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95" r:id="rId4"/>
    <p:sldId id="294" r:id="rId5"/>
    <p:sldId id="278" r:id="rId6"/>
    <p:sldId id="279" r:id="rId7"/>
    <p:sldId id="261" r:id="rId8"/>
    <p:sldId id="262" r:id="rId9"/>
    <p:sldId id="265" r:id="rId10"/>
    <p:sldId id="280" r:id="rId11"/>
    <p:sldId id="263" r:id="rId12"/>
    <p:sldId id="281" r:id="rId13"/>
    <p:sldId id="266" r:id="rId14"/>
    <p:sldId id="267" r:id="rId15"/>
    <p:sldId id="285" r:id="rId16"/>
    <p:sldId id="268" r:id="rId17"/>
    <p:sldId id="273" r:id="rId18"/>
    <p:sldId id="282" r:id="rId19"/>
    <p:sldId id="274" r:id="rId20"/>
    <p:sldId id="283" r:id="rId21"/>
    <p:sldId id="270" r:id="rId22"/>
    <p:sldId id="284" r:id="rId23"/>
    <p:sldId id="271" r:id="rId24"/>
    <p:sldId id="286" r:id="rId25"/>
    <p:sldId id="287" r:id="rId26"/>
    <p:sldId id="272" r:id="rId27"/>
    <p:sldId id="288" r:id="rId28"/>
    <p:sldId id="289" r:id="rId29"/>
    <p:sldId id="275" r:id="rId30"/>
    <p:sldId id="276" r:id="rId31"/>
    <p:sldId id="290" r:id="rId32"/>
    <p:sldId id="291" r:id="rId33"/>
    <p:sldId id="29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51307C-BDDD-4E2B-A699-D057AAA5FE04}" v="1" dt="2021-09-08T13:33:30.1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2" autoAdjust="0"/>
    <p:restoredTop sz="94660"/>
  </p:normalViewPr>
  <p:slideViewPr>
    <p:cSldViewPr snapToGrid="0">
      <p:cViewPr>
        <p:scale>
          <a:sx n="86" d="100"/>
          <a:sy n="86" d="100"/>
        </p:scale>
        <p:origin x="37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usu-Sampah, Nicholas - US" userId="1439324a-984a-4c8a-9a42-8415f619ab37" providerId="ADAL" clId="{54542E9D-AD65-4A22-8CF5-4EAAD91205F4}"/>
    <pc:docChg chg="undo custSel addSld delSld modSld sldOrd addSection delSection">
      <pc:chgData name="Owusu-Sampah, Nicholas - US" userId="1439324a-984a-4c8a-9a42-8415f619ab37" providerId="ADAL" clId="{54542E9D-AD65-4A22-8CF5-4EAAD91205F4}" dt="2021-09-08T13:28:15.497" v="13221" actId="2696"/>
      <pc:docMkLst>
        <pc:docMk/>
      </pc:docMkLst>
      <pc:sldChg chg="del">
        <pc:chgData name="Owusu-Sampah, Nicholas - US" userId="1439324a-984a-4c8a-9a42-8415f619ab37" providerId="ADAL" clId="{54542E9D-AD65-4A22-8CF5-4EAAD91205F4}" dt="2021-09-08T13:28:04.882" v="13218" actId="47"/>
        <pc:sldMkLst>
          <pc:docMk/>
          <pc:sldMk cId="938086214" sldId="256"/>
        </pc:sldMkLst>
      </pc:sldChg>
      <pc:sldChg chg="modSp mod">
        <pc:chgData name="Owusu-Sampah, Nicholas - US" userId="1439324a-984a-4c8a-9a42-8415f619ab37" providerId="ADAL" clId="{54542E9D-AD65-4A22-8CF5-4EAAD91205F4}" dt="2021-09-08T13:22:02.251" v="12816" actId="20577"/>
        <pc:sldMkLst>
          <pc:docMk/>
          <pc:sldMk cId="546243948" sldId="258"/>
        </pc:sldMkLst>
        <pc:spChg chg="mod">
          <ac:chgData name="Owusu-Sampah, Nicholas - US" userId="1439324a-984a-4c8a-9a42-8415f619ab37" providerId="ADAL" clId="{54542E9D-AD65-4A22-8CF5-4EAAD91205F4}" dt="2021-09-08T13:22:02.251" v="12816" actId="20577"/>
          <ac:spMkLst>
            <pc:docMk/>
            <pc:sldMk cId="546243948" sldId="258"/>
            <ac:spMk id="3" creationId="{2102092A-3B52-4C1E-BEB9-BF04E2DD6298}"/>
          </ac:spMkLst>
        </pc:spChg>
      </pc:sldChg>
      <pc:sldChg chg="del">
        <pc:chgData name="Owusu-Sampah, Nicholas - US" userId="1439324a-984a-4c8a-9a42-8415f619ab37" providerId="ADAL" clId="{54542E9D-AD65-4A22-8CF5-4EAAD91205F4}" dt="2021-09-08T13:22:05.121" v="12817" actId="47"/>
        <pc:sldMkLst>
          <pc:docMk/>
          <pc:sldMk cId="527265515" sldId="259"/>
        </pc:sldMkLst>
      </pc:sldChg>
      <pc:sldChg chg="modSp add del mod ord">
        <pc:chgData name="Owusu-Sampah, Nicholas - US" userId="1439324a-984a-4c8a-9a42-8415f619ab37" providerId="ADAL" clId="{54542E9D-AD65-4A22-8CF5-4EAAD91205F4}" dt="2021-09-08T13:28:15.497" v="13221" actId="2696"/>
        <pc:sldMkLst>
          <pc:docMk/>
          <pc:sldMk cId="2813348382" sldId="260"/>
        </pc:sldMkLst>
        <pc:spChg chg="mod">
          <ac:chgData name="Owusu-Sampah, Nicholas - US" userId="1439324a-984a-4c8a-9a42-8415f619ab37" providerId="ADAL" clId="{54542E9D-AD65-4A22-8CF5-4EAAD91205F4}" dt="2021-09-07T13:23:54.197" v="15" actId="20577"/>
          <ac:spMkLst>
            <pc:docMk/>
            <pc:sldMk cId="2813348382" sldId="260"/>
            <ac:spMk id="3" creationId="{76712E4E-0FCB-44F0-9BF6-DFF3C47D746A}"/>
          </ac:spMkLst>
        </pc:spChg>
      </pc:sldChg>
      <pc:sldChg chg="addSp modSp new mod ord">
        <pc:chgData name="Owusu-Sampah, Nicholas - US" userId="1439324a-984a-4c8a-9a42-8415f619ab37" providerId="ADAL" clId="{54542E9D-AD65-4A22-8CF5-4EAAD91205F4}" dt="2021-09-08T11:31:40.518" v="3853" actId="1076"/>
        <pc:sldMkLst>
          <pc:docMk/>
          <pc:sldMk cId="3382200646" sldId="261"/>
        </pc:sldMkLst>
        <pc:spChg chg="mod">
          <ac:chgData name="Owusu-Sampah, Nicholas - US" userId="1439324a-984a-4c8a-9a42-8415f619ab37" providerId="ADAL" clId="{54542E9D-AD65-4A22-8CF5-4EAAD91205F4}" dt="2021-09-08T11:11:12.206" v="3541" actId="20577"/>
          <ac:spMkLst>
            <pc:docMk/>
            <pc:sldMk cId="3382200646" sldId="261"/>
            <ac:spMk id="2" creationId="{9E39D7ED-CA2D-415A-9DD2-E699935B7E6C}"/>
          </ac:spMkLst>
        </pc:spChg>
        <pc:spChg chg="mod">
          <ac:chgData name="Owusu-Sampah, Nicholas - US" userId="1439324a-984a-4c8a-9a42-8415f619ab37" providerId="ADAL" clId="{54542E9D-AD65-4A22-8CF5-4EAAD91205F4}" dt="2021-09-08T11:17:39.043" v="3548" actId="5793"/>
          <ac:spMkLst>
            <pc:docMk/>
            <pc:sldMk cId="3382200646" sldId="261"/>
            <ac:spMk id="3" creationId="{297C2D9D-5174-45E3-9801-3B6A269EB466}"/>
          </ac:spMkLst>
        </pc:spChg>
        <pc:picChg chg="add mod">
          <ac:chgData name="Owusu-Sampah, Nicholas - US" userId="1439324a-984a-4c8a-9a42-8415f619ab37" providerId="ADAL" clId="{54542E9D-AD65-4A22-8CF5-4EAAD91205F4}" dt="2021-09-08T11:31:40.518" v="3853" actId="1076"/>
          <ac:picMkLst>
            <pc:docMk/>
            <pc:sldMk cId="3382200646" sldId="261"/>
            <ac:picMk id="5" creationId="{6208CD3D-BFFE-4C16-A6EE-7615B5CE4A8E}"/>
          </ac:picMkLst>
        </pc:picChg>
      </pc:sldChg>
      <pc:sldChg chg="addSp modSp new mod">
        <pc:chgData name="Owusu-Sampah, Nicholas - US" userId="1439324a-984a-4c8a-9a42-8415f619ab37" providerId="ADAL" clId="{54542E9D-AD65-4A22-8CF5-4EAAD91205F4}" dt="2021-09-08T11:31:49.389" v="3854" actId="122"/>
        <pc:sldMkLst>
          <pc:docMk/>
          <pc:sldMk cId="1865704307" sldId="262"/>
        </pc:sldMkLst>
        <pc:spChg chg="mod">
          <ac:chgData name="Owusu-Sampah, Nicholas - US" userId="1439324a-984a-4c8a-9a42-8415f619ab37" providerId="ADAL" clId="{54542E9D-AD65-4A22-8CF5-4EAAD91205F4}" dt="2021-09-08T11:31:49.389" v="3854" actId="122"/>
          <ac:spMkLst>
            <pc:docMk/>
            <pc:sldMk cId="1865704307" sldId="262"/>
            <ac:spMk id="2" creationId="{F76CB713-FE40-4CA4-84E5-1DE666E03AB3}"/>
          </ac:spMkLst>
        </pc:spChg>
        <pc:spChg chg="mod">
          <ac:chgData name="Owusu-Sampah, Nicholas - US" userId="1439324a-984a-4c8a-9a42-8415f619ab37" providerId="ADAL" clId="{54542E9D-AD65-4A22-8CF5-4EAAD91205F4}" dt="2021-09-08T11:19:52.593" v="3565" actId="27636"/>
          <ac:spMkLst>
            <pc:docMk/>
            <pc:sldMk cId="1865704307" sldId="262"/>
            <ac:spMk id="3" creationId="{068B6FA9-2702-49BF-98C4-A7C77B335CCE}"/>
          </ac:spMkLst>
        </pc:spChg>
        <pc:picChg chg="add mod">
          <ac:chgData name="Owusu-Sampah, Nicholas - US" userId="1439324a-984a-4c8a-9a42-8415f619ab37" providerId="ADAL" clId="{54542E9D-AD65-4A22-8CF5-4EAAD91205F4}" dt="2021-09-08T11:19:22.099" v="3560" actId="1076"/>
          <ac:picMkLst>
            <pc:docMk/>
            <pc:sldMk cId="1865704307" sldId="262"/>
            <ac:picMk id="5" creationId="{D15C97C5-528B-4632-BEA0-ADFAB9ADC642}"/>
          </ac:picMkLst>
        </pc:picChg>
      </pc:sldChg>
      <pc:sldChg chg="addSp modSp new mod">
        <pc:chgData name="Owusu-Sampah, Nicholas - US" userId="1439324a-984a-4c8a-9a42-8415f619ab37" providerId="ADAL" clId="{54542E9D-AD65-4A22-8CF5-4EAAD91205F4}" dt="2021-09-08T11:38:02.897" v="4235" actId="14100"/>
        <pc:sldMkLst>
          <pc:docMk/>
          <pc:sldMk cId="4166818713" sldId="263"/>
        </pc:sldMkLst>
        <pc:spChg chg="mod">
          <ac:chgData name="Owusu-Sampah, Nicholas - US" userId="1439324a-984a-4c8a-9a42-8415f619ab37" providerId="ADAL" clId="{54542E9D-AD65-4A22-8CF5-4EAAD91205F4}" dt="2021-09-08T11:33:47.352" v="3865" actId="20577"/>
          <ac:spMkLst>
            <pc:docMk/>
            <pc:sldMk cId="4166818713" sldId="263"/>
            <ac:spMk id="2" creationId="{605DC79C-40A2-426B-939D-3012EC2064E2}"/>
          </ac:spMkLst>
        </pc:spChg>
        <pc:spChg chg="mod">
          <ac:chgData name="Owusu-Sampah, Nicholas - US" userId="1439324a-984a-4c8a-9a42-8415f619ab37" providerId="ADAL" clId="{54542E9D-AD65-4A22-8CF5-4EAAD91205F4}" dt="2021-09-08T11:34:47.596" v="3871" actId="20577"/>
          <ac:spMkLst>
            <pc:docMk/>
            <pc:sldMk cId="4166818713" sldId="263"/>
            <ac:spMk id="3" creationId="{482EFBE5-C0EC-45ED-B4E2-F4058AB9C22E}"/>
          </ac:spMkLst>
        </pc:spChg>
        <pc:spChg chg="add mod">
          <ac:chgData name="Owusu-Sampah, Nicholas - US" userId="1439324a-984a-4c8a-9a42-8415f619ab37" providerId="ADAL" clId="{54542E9D-AD65-4A22-8CF5-4EAAD91205F4}" dt="2021-09-08T11:36:40.118" v="4158" actId="207"/>
          <ac:spMkLst>
            <pc:docMk/>
            <pc:sldMk cId="4166818713" sldId="263"/>
            <ac:spMk id="6" creationId="{867AEF16-8A98-4404-83FB-B7AB33FF76ED}"/>
          </ac:spMkLst>
        </pc:spChg>
        <pc:spChg chg="add mod">
          <ac:chgData name="Owusu-Sampah, Nicholas - US" userId="1439324a-984a-4c8a-9a42-8415f619ab37" providerId="ADAL" clId="{54542E9D-AD65-4A22-8CF5-4EAAD91205F4}" dt="2021-09-08T11:38:02.897" v="4235" actId="14100"/>
          <ac:spMkLst>
            <pc:docMk/>
            <pc:sldMk cId="4166818713" sldId="263"/>
            <ac:spMk id="7" creationId="{E945872B-51F9-45A7-A32C-181E515957A6}"/>
          </ac:spMkLst>
        </pc:spChg>
        <pc:picChg chg="add mod">
          <ac:chgData name="Owusu-Sampah, Nicholas - US" userId="1439324a-984a-4c8a-9a42-8415f619ab37" providerId="ADAL" clId="{54542E9D-AD65-4A22-8CF5-4EAAD91205F4}" dt="2021-09-08T11:34:53.658" v="3874" actId="1076"/>
          <ac:picMkLst>
            <pc:docMk/>
            <pc:sldMk cId="4166818713" sldId="263"/>
            <ac:picMk id="5" creationId="{2F725887-F9F7-4E49-B5FD-AA0CB6CB680D}"/>
          </ac:picMkLst>
        </pc:picChg>
      </pc:sldChg>
      <pc:sldChg chg="modSp new del mod">
        <pc:chgData name="Owusu-Sampah, Nicholas - US" userId="1439324a-984a-4c8a-9a42-8415f619ab37" providerId="ADAL" clId="{54542E9D-AD65-4A22-8CF5-4EAAD91205F4}" dt="2021-09-08T11:21:59.374" v="3566" actId="47"/>
        <pc:sldMkLst>
          <pc:docMk/>
          <pc:sldMk cId="301398428" sldId="264"/>
        </pc:sldMkLst>
        <pc:spChg chg="mod">
          <ac:chgData name="Owusu-Sampah, Nicholas - US" userId="1439324a-984a-4c8a-9a42-8415f619ab37" providerId="ADAL" clId="{54542E9D-AD65-4A22-8CF5-4EAAD91205F4}" dt="2021-09-07T13:51:51.731" v="191" actId="20577"/>
          <ac:spMkLst>
            <pc:docMk/>
            <pc:sldMk cId="301398428" sldId="264"/>
            <ac:spMk id="2" creationId="{2E53F0B1-169B-47BE-AB66-0B147777BF5C}"/>
          </ac:spMkLst>
        </pc:spChg>
        <pc:spChg chg="mod">
          <ac:chgData name="Owusu-Sampah, Nicholas - US" userId="1439324a-984a-4c8a-9a42-8415f619ab37" providerId="ADAL" clId="{54542E9D-AD65-4A22-8CF5-4EAAD91205F4}" dt="2021-09-07T13:51:57.174" v="192"/>
          <ac:spMkLst>
            <pc:docMk/>
            <pc:sldMk cId="301398428" sldId="264"/>
            <ac:spMk id="3" creationId="{42FA9CCE-5BBF-4847-B02E-8BF61D2736C7}"/>
          </ac:spMkLst>
        </pc:spChg>
      </pc:sldChg>
      <pc:sldChg chg="addSp delSp modSp new mod ord">
        <pc:chgData name="Owusu-Sampah, Nicholas - US" userId="1439324a-984a-4c8a-9a42-8415f619ab37" providerId="ADAL" clId="{54542E9D-AD65-4A22-8CF5-4EAAD91205F4}" dt="2021-09-08T11:31:53.982" v="3855" actId="122"/>
        <pc:sldMkLst>
          <pc:docMk/>
          <pc:sldMk cId="981266925" sldId="265"/>
        </pc:sldMkLst>
        <pc:spChg chg="mod">
          <ac:chgData name="Owusu-Sampah, Nicholas - US" userId="1439324a-984a-4c8a-9a42-8415f619ab37" providerId="ADAL" clId="{54542E9D-AD65-4A22-8CF5-4EAAD91205F4}" dt="2021-09-08T11:31:53.982" v="3855" actId="122"/>
          <ac:spMkLst>
            <pc:docMk/>
            <pc:sldMk cId="981266925" sldId="265"/>
            <ac:spMk id="2" creationId="{E068935E-FFCA-4FFD-B5F9-B8860C4F6AF1}"/>
          </ac:spMkLst>
        </pc:spChg>
        <pc:spChg chg="mod">
          <ac:chgData name="Owusu-Sampah, Nicholas - US" userId="1439324a-984a-4c8a-9a42-8415f619ab37" providerId="ADAL" clId="{54542E9D-AD65-4A22-8CF5-4EAAD91205F4}" dt="2021-09-08T11:24:49.695" v="3748" actId="20577"/>
          <ac:spMkLst>
            <pc:docMk/>
            <pc:sldMk cId="981266925" sldId="265"/>
            <ac:spMk id="3" creationId="{7262B1FF-AF24-452D-9DD2-C8431A7C65F1}"/>
          </ac:spMkLst>
        </pc:spChg>
        <pc:picChg chg="add del mod">
          <ac:chgData name="Owusu-Sampah, Nicholas - US" userId="1439324a-984a-4c8a-9a42-8415f619ab37" providerId="ADAL" clId="{54542E9D-AD65-4A22-8CF5-4EAAD91205F4}" dt="2021-09-08T11:24:16.759" v="3703" actId="478"/>
          <ac:picMkLst>
            <pc:docMk/>
            <pc:sldMk cId="981266925" sldId="265"/>
            <ac:picMk id="5" creationId="{2E0984A8-B3D5-42F4-90DB-600892F7D533}"/>
          </ac:picMkLst>
        </pc:picChg>
        <pc:picChg chg="add mod">
          <ac:chgData name="Owusu-Sampah, Nicholas - US" userId="1439324a-984a-4c8a-9a42-8415f619ab37" providerId="ADAL" clId="{54542E9D-AD65-4A22-8CF5-4EAAD91205F4}" dt="2021-09-08T11:24:27.872" v="3708" actId="14100"/>
          <ac:picMkLst>
            <pc:docMk/>
            <pc:sldMk cId="981266925" sldId="265"/>
            <ac:picMk id="7" creationId="{3607F97D-F6C4-47D6-B057-5DC9C6233E23}"/>
          </ac:picMkLst>
        </pc:picChg>
      </pc:sldChg>
      <pc:sldChg chg="addSp delSp modSp new mod">
        <pc:chgData name="Owusu-Sampah, Nicholas - US" userId="1439324a-984a-4c8a-9a42-8415f619ab37" providerId="ADAL" clId="{54542E9D-AD65-4A22-8CF5-4EAAD91205F4}" dt="2021-09-08T11:44:05.094" v="4449" actId="6549"/>
        <pc:sldMkLst>
          <pc:docMk/>
          <pc:sldMk cId="1850414014" sldId="266"/>
        </pc:sldMkLst>
        <pc:spChg chg="mod">
          <ac:chgData name="Owusu-Sampah, Nicholas - US" userId="1439324a-984a-4c8a-9a42-8415f619ab37" providerId="ADAL" clId="{54542E9D-AD65-4A22-8CF5-4EAAD91205F4}" dt="2021-09-08T11:43:14.797" v="4406" actId="122"/>
          <ac:spMkLst>
            <pc:docMk/>
            <pc:sldMk cId="1850414014" sldId="266"/>
            <ac:spMk id="2" creationId="{9F9BA08B-0070-48D0-A892-DA9478BD71FA}"/>
          </ac:spMkLst>
        </pc:spChg>
        <pc:spChg chg="del mod">
          <ac:chgData name="Owusu-Sampah, Nicholas - US" userId="1439324a-984a-4c8a-9a42-8415f619ab37" providerId="ADAL" clId="{54542E9D-AD65-4A22-8CF5-4EAAD91205F4}" dt="2021-09-08T11:43:10.769" v="4405" actId="478"/>
          <ac:spMkLst>
            <pc:docMk/>
            <pc:sldMk cId="1850414014" sldId="266"/>
            <ac:spMk id="3" creationId="{2D36A534-D64B-42A3-813F-3B532435FB43}"/>
          </ac:spMkLst>
        </pc:spChg>
        <pc:spChg chg="add mod">
          <ac:chgData name="Owusu-Sampah, Nicholas - US" userId="1439324a-984a-4c8a-9a42-8415f619ab37" providerId="ADAL" clId="{54542E9D-AD65-4A22-8CF5-4EAAD91205F4}" dt="2021-09-08T11:44:05.094" v="4449" actId="6549"/>
          <ac:spMkLst>
            <pc:docMk/>
            <pc:sldMk cId="1850414014" sldId="266"/>
            <ac:spMk id="6" creationId="{8D794154-13A7-408D-B62C-46FB555B79D0}"/>
          </ac:spMkLst>
        </pc:spChg>
        <pc:picChg chg="add mod">
          <ac:chgData name="Owusu-Sampah, Nicholas - US" userId="1439324a-984a-4c8a-9a42-8415f619ab37" providerId="ADAL" clId="{54542E9D-AD65-4A22-8CF5-4EAAD91205F4}" dt="2021-09-08T11:43:21.218" v="4409" actId="14100"/>
          <ac:picMkLst>
            <pc:docMk/>
            <pc:sldMk cId="1850414014" sldId="266"/>
            <ac:picMk id="5" creationId="{3CF34618-DE14-4CEB-ADD6-BC71CE54D774}"/>
          </ac:picMkLst>
        </pc:picChg>
      </pc:sldChg>
      <pc:sldChg chg="addSp delSp modSp new mod">
        <pc:chgData name="Owusu-Sampah, Nicholas - US" userId="1439324a-984a-4c8a-9a42-8415f619ab37" providerId="ADAL" clId="{54542E9D-AD65-4A22-8CF5-4EAAD91205F4}" dt="2021-09-08T11:47:36.692" v="4479" actId="14100"/>
        <pc:sldMkLst>
          <pc:docMk/>
          <pc:sldMk cId="417758316" sldId="267"/>
        </pc:sldMkLst>
        <pc:spChg chg="mod">
          <ac:chgData name="Owusu-Sampah, Nicholas - US" userId="1439324a-984a-4c8a-9a42-8415f619ab37" providerId="ADAL" clId="{54542E9D-AD65-4A22-8CF5-4EAAD91205F4}" dt="2021-09-08T11:46:34.501" v="4468" actId="20577"/>
          <ac:spMkLst>
            <pc:docMk/>
            <pc:sldMk cId="417758316" sldId="267"/>
            <ac:spMk id="2" creationId="{303E7CB8-A8B3-4E1D-8C5E-1517D161DBE4}"/>
          </ac:spMkLst>
        </pc:spChg>
        <pc:spChg chg="del mod">
          <ac:chgData name="Owusu-Sampah, Nicholas - US" userId="1439324a-984a-4c8a-9a42-8415f619ab37" providerId="ADAL" clId="{54542E9D-AD65-4A22-8CF5-4EAAD91205F4}" dt="2021-09-08T11:47:19.220" v="4472" actId="478"/>
          <ac:spMkLst>
            <pc:docMk/>
            <pc:sldMk cId="417758316" sldId="267"/>
            <ac:spMk id="3" creationId="{5BD260EB-CA39-413A-B22A-4E71A362C7C2}"/>
          </ac:spMkLst>
        </pc:spChg>
        <pc:picChg chg="add mod">
          <ac:chgData name="Owusu-Sampah, Nicholas - US" userId="1439324a-984a-4c8a-9a42-8415f619ab37" providerId="ADAL" clId="{54542E9D-AD65-4A22-8CF5-4EAAD91205F4}" dt="2021-09-08T11:47:36.692" v="4479" actId="14100"/>
          <ac:picMkLst>
            <pc:docMk/>
            <pc:sldMk cId="417758316" sldId="267"/>
            <ac:picMk id="5" creationId="{444A3A08-01E9-493B-A28E-8EB5A2CD5542}"/>
          </ac:picMkLst>
        </pc:picChg>
      </pc:sldChg>
      <pc:sldChg chg="modSp new mod ord">
        <pc:chgData name="Owusu-Sampah, Nicholas - US" userId="1439324a-984a-4c8a-9a42-8415f619ab37" providerId="ADAL" clId="{54542E9D-AD65-4A22-8CF5-4EAAD91205F4}" dt="2021-09-08T11:59:13.576" v="4802" actId="20577"/>
        <pc:sldMkLst>
          <pc:docMk/>
          <pc:sldMk cId="2086260528" sldId="268"/>
        </pc:sldMkLst>
        <pc:spChg chg="mod">
          <ac:chgData name="Owusu-Sampah, Nicholas - US" userId="1439324a-984a-4c8a-9a42-8415f619ab37" providerId="ADAL" clId="{54542E9D-AD65-4A22-8CF5-4EAAD91205F4}" dt="2021-09-07T16:02:26.932" v="2477" actId="20577"/>
          <ac:spMkLst>
            <pc:docMk/>
            <pc:sldMk cId="2086260528" sldId="268"/>
            <ac:spMk id="2" creationId="{B4BFE66A-AFD4-425C-A581-F85B11E0124A}"/>
          </ac:spMkLst>
        </pc:spChg>
        <pc:spChg chg="mod">
          <ac:chgData name="Owusu-Sampah, Nicholas - US" userId="1439324a-984a-4c8a-9a42-8415f619ab37" providerId="ADAL" clId="{54542E9D-AD65-4A22-8CF5-4EAAD91205F4}" dt="2021-09-08T11:59:13.576" v="4802" actId="20577"/>
          <ac:spMkLst>
            <pc:docMk/>
            <pc:sldMk cId="2086260528" sldId="268"/>
            <ac:spMk id="3" creationId="{5B29948D-8E11-4CC6-8A98-700E0D5B6036}"/>
          </ac:spMkLst>
        </pc:spChg>
      </pc:sldChg>
      <pc:sldChg chg="modSp new del mod">
        <pc:chgData name="Owusu-Sampah, Nicholas - US" userId="1439324a-984a-4c8a-9a42-8415f619ab37" providerId="ADAL" clId="{54542E9D-AD65-4A22-8CF5-4EAAD91205F4}" dt="2021-09-08T12:14:02.565" v="5312" actId="47"/>
        <pc:sldMkLst>
          <pc:docMk/>
          <pc:sldMk cId="1728881353" sldId="269"/>
        </pc:sldMkLst>
        <pc:spChg chg="mod">
          <ac:chgData name="Owusu-Sampah, Nicholas - US" userId="1439324a-984a-4c8a-9a42-8415f619ab37" providerId="ADAL" clId="{54542E9D-AD65-4A22-8CF5-4EAAD91205F4}" dt="2021-09-07T15:37:06.821" v="879" actId="20577"/>
          <ac:spMkLst>
            <pc:docMk/>
            <pc:sldMk cId="1728881353" sldId="269"/>
            <ac:spMk id="2" creationId="{8EBCD3CA-B311-4B95-9E3E-2820FEB2B8A0}"/>
          </ac:spMkLst>
        </pc:spChg>
        <pc:spChg chg="mod">
          <ac:chgData name="Owusu-Sampah, Nicholas - US" userId="1439324a-984a-4c8a-9a42-8415f619ab37" providerId="ADAL" clId="{54542E9D-AD65-4A22-8CF5-4EAAD91205F4}" dt="2021-09-07T15:38:44.701" v="1268" actId="20577"/>
          <ac:spMkLst>
            <pc:docMk/>
            <pc:sldMk cId="1728881353" sldId="269"/>
            <ac:spMk id="3" creationId="{7B3255FC-00D0-4E52-BC5F-F14251A86BD5}"/>
          </ac:spMkLst>
        </pc:spChg>
      </pc:sldChg>
      <pc:sldChg chg="addSp delSp modSp new mod">
        <pc:chgData name="Owusu-Sampah, Nicholas - US" userId="1439324a-984a-4c8a-9a42-8415f619ab37" providerId="ADAL" clId="{54542E9D-AD65-4A22-8CF5-4EAAD91205F4}" dt="2021-09-08T12:15:36.579" v="5318" actId="1076"/>
        <pc:sldMkLst>
          <pc:docMk/>
          <pc:sldMk cId="2646882969" sldId="270"/>
        </pc:sldMkLst>
        <pc:spChg chg="mod">
          <ac:chgData name="Owusu-Sampah, Nicholas - US" userId="1439324a-984a-4c8a-9a42-8415f619ab37" providerId="ADAL" clId="{54542E9D-AD65-4A22-8CF5-4EAAD91205F4}" dt="2021-09-07T15:46:14.090" v="1347" actId="20577"/>
          <ac:spMkLst>
            <pc:docMk/>
            <pc:sldMk cId="2646882969" sldId="270"/>
            <ac:spMk id="2" creationId="{75247138-894F-43CD-9BD8-E14D97D337AC}"/>
          </ac:spMkLst>
        </pc:spChg>
        <pc:spChg chg="del mod">
          <ac:chgData name="Owusu-Sampah, Nicholas - US" userId="1439324a-984a-4c8a-9a42-8415f619ab37" providerId="ADAL" clId="{54542E9D-AD65-4A22-8CF5-4EAAD91205F4}" dt="2021-09-08T12:15:28.424" v="5314" actId="22"/>
          <ac:spMkLst>
            <pc:docMk/>
            <pc:sldMk cId="2646882969" sldId="270"/>
            <ac:spMk id="3" creationId="{6FAFB845-B822-42A4-8978-9114545A4387}"/>
          </ac:spMkLst>
        </pc:spChg>
        <pc:picChg chg="add mod ord">
          <ac:chgData name="Owusu-Sampah, Nicholas - US" userId="1439324a-984a-4c8a-9a42-8415f619ab37" providerId="ADAL" clId="{54542E9D-AD65-4A22-8CF5-4EAAD91205F4}" dt="2021-09-08T12:15:36.579" v="5318" actId="1076"/>
          <ac:picMkLst>
            <pc:docMk/>
            <pc:sldMk cId="2646882969" sldId="270"/>
            <ac:picMk id="5" creationId="{24DBA140-0502-4D82-A38E-B9AA935F40B3}"/>
          </ac:picMkLst>
        </pc:picChg>
      </pc:sldChg>
      <pc:sldChg chg="addSp delSp modSp new mod">
        <pc:chgData name="Owusu-Sampah, Nicholas - US" userId="1439324a-984a-4c8a-9a42-8415f619ab37" providerId="ADAL" clId="{54542E9D-AD65-4A22-8CF5-4EAAD91205F4}" dt="2021-09-08T12:36:01.186" v="7308" actId="14100"/>
        <pc:sldMkLst>
          <pc:docMk/>
          <pc:sldMk cId="2363640486" sldId="271"/>
        </pc:sldMkLst>
        <pc:spChg chg="mod">
          <ac:chgData name="Owusu-Sampah, Nicholas - US" userId="1439324a-984a-4c8a-9a42-8415f619ab37" providerId="ADAL" clId="{54542E9D-AD65-4A22-8CF5-4EAAD91205F4}" dt="2021-09-07T15:47:10.157" v="1509" actId="20577"/>
          <ac:spMkLst>
            <pc:docMk/>
            <pc:sldMk cId="2363640486" sldId="271"/>
            <ac:spMk id="2" creationId="{864D7DDE-3859-440C-BF36-70C1D1F8D46C}"/>
          </ac:spMkLst>
        </pc:spChg>
        <pc:spChg chg="del mod">
          <ac:chgData name="Owusu-Sampah, Nicholas - US" userId="1439324a-984a-4c8a-9a42-8415f619ab37" providerId="ADAL" clId="{54542E9D-AD65-4A22-8CF5-4EAAD91205F4}" dt="2021-09-08T12:35:55.253" v="7306" actId="22"/>
          <ac:spMkLst>
            <pc:docMk/>
            <pc:sldMk cId="2363640486" sldId="271"/>
            <ac:spMk id="3" creationId="{2E8AD344-D3EB-4AC0-BF50-867A00D27DD8}"/>
          </ac:spMkLst>
        </pc:spChg>
        <pc:picChg chg="add mod ord">
          <ac:chgData name="Owusu-Sampah, Nicholas - US" userId="1439324a-984a-4c8a-9a42-8415f619ab37" providerId="ADAL" clId="{54542E9D-AD65-4A22-8CF5-4EAAD91205F4}" dt="2021-09-08T12:36:01.186" v="7308" actId="14100"/>
          <ac:picMkLst>
            <pc:docMk/>
            <pc:sldMk cId="2363640486" sldId="271"/>
            <ac:picMk id="5" creationId="{8A94F6C0-A6E5-4739-B97E-0CAAD1DA3515}"/>
          </ac:picMkLst>
        </pc:picChg>
      </pc:sldChg>
      <pc:sldChg chg="addSp delSp modSp new mod">
        <pc:chgData name="Owusu-Sampah, Nicholas - US" userId="1439324a-984a-4c8a-9a42-8415f619ab37" providerId="ADAL" clId="{54542E9D-AD65-4A22-8CF5-4EAAD91205F4}" dt="2021-09-08T12:42:41.527" v="8604" actId="1076"/>
        <pc:sldMkLst>
          <pc:docMk/>
          <pc:sldMk cId="2435080425" sldId="272"/>
        </pc:sldMkLst>
        <pc:spChg chg="mod">
          <ac:chgData name="Owusu-Sampah, Nicholas - US" userId="1439324a-984a-4c8a-9a42-8415f619ab37" providerId="ADAL" clId="{54542E9D-AD65-4A22-8CF5-4EAAD91205F4}" dt="2021-09-07T16:05:10.838" v="2535" actId="20577"/>
          <ac:spMkLst>
            <pc:docMk/>
            <pc:sldMk cId="2435080425" sldId="272"/>
            <ac:spMk id="2" creationId="{E383529E-CBB1-485E-BF74-DA6499B6E5CA}"/>
          </ac:spMkLst>
        </pc:spChg>
        <pc:spChg chg="del mod">
          <ac:chgData name="Owusu-Sampah, Nicholas - US" userId="1439324a-984a-4c8a-9a42-8415f619ab37" providerId="ADAL" clId="{54542E9D-AD65-4A22-8CF5-4EAAD91205F4}" dt="2021-09-08T12:42:30.387" v="8600" actId="478"/>
          <ac:spMkLst>
            <pc:docMk/>
            <pc:sldMk cId="2435080425" sldId="272"/>
            <ac:spMk id="3" creationId="{D80F5E47-F4DD-4B4C-A994-7B99A89E9D8E}"/>
          </ac:spMkLst>
        </pc:spChg>
        <pc:picChg chg="add mod">
          <ac:chgData name="Owusu-Sampah, Nicholas - US" userId="1439324a-984a-4c8a-9a42-8415f619ab37" providerId="ADAL" clId="{54542E9D-AD65-4A22-8CF5-4EAAD91205F4}" dt="2021-09-08T12:42:41.527" v="8604" actId="1076"/>
          <ac:picMkLst>
            <pc:docMk/>
            <pc:sldMk cId="2435080425" sldId="272"/>
            <ac:picMk id="5" creationId="{C967113C-1C36-4480-A65B-F0030CFAA49F}"/>
          </ac:picMkLst>
        </pc:picChg>
      </pc:sldChg>
      <pc:sldChg chg="addSp delSp modSp new mod">
        <pc:chgData name="Owusu-Sampah, Nicholas - US" userId="1439324a-984a-4c8a-9a42-8415f619ab37" providerId="ADAL" clId="{54542E9D-AD65-4A22-8CF5-4EAAD91205F4}" dt="2021-09-08T12:06:29.190" v="5182" actId="14100"/>
        <pc:sldMkLst>
          <pc:docMk/>
          <pc:sldMk cId="2471576258" sldId="273"/>
        </pc:sldMkLst>
        <pc:spChg chg="mod">
          <ac:chgData name="Owusu-Sampah, Nicholas - US" userId="1439324a-984a-4c8a-9a42-8415f619ab37" providerId="ADAL" clId="{54542E9D-AD65-4A22-8CF5-4EAAD91205F4}" dt="2021-09-07T15:50:39.847" v="1716" actId="20577"/>
          <ac:spMkLst>
            <pc:docMk/>
            <pc:sldMk cId="2471576258" sldId="273"/>
            <ac:spMk id="2" creationId="{F4E51064-2BFC-4FE7-BA9C-E77F08C43045}"/>
          </ac:spMkLst>
        </pc:spChg>
        <pc:spChg chg="mod">
          <ac:chgData name="Owusu-Sampah, Nicholas - US" userId="1439324a-984a-4c8a-9a42-8415f619ab37" providerId="ADAL" clId="{54542E9D-AD65-4A22-8CF5-4EAAD91205F4}" dt="2021-09-08T12:05:59.412" v="5177" actId="27636"/>
          <ac:spMkLst>
            <pc:docMk/>
            <pc:sldMk cId="2471576258" sldId="273"/>
            <ac:spMk id="3" creationId="{FDA8560B-3414-41EE-BFB9-DF5475DE513D}"/>
          </ac:spMkLst>
        </pc:spChg>
        <pc:picChg chg="add del mod">
          <ac:chgData name="Owusu-Sampah, Nicholas - US" userId="1439324a-984a-4c8a-9a42-8415f619ab37" providerId="ADAL" clId="{54542E9D-AD65-4A22-8CF5-4EAAD91205F4}" dt="2021-09-08T12:06:17.780" v="5179" actId="478"/>
          <ac:picMkLst>
            <pc:docMk/>
            <pc:sldMk cId="2471576258" sldId="273"/>
            <ac:picMk id="5" creationId="{F85F0D6B-909D-49A9-9233-C82A55087CE6}"/>
          </ac:picMkLst>
        </pc:picChg>
        <pc:picChg chg="add mod">
          <ac:chgData name="Owusu-Sampah, Nicholas - US" userId="1439324a-984a-4c8a-9a42-8415f619ab37" providerId="ADAL" clId="{54542E9D-AD65-4A22-8CF5-4EAAD91205F4}" dt="2021-09-08T12:06:29.190" v="5182" actId="14100"/>
          <ac:picMkLst>
            <pc:docMk/>
            <pc:sldMk cId="2471576258" sldId="273"/>
            <ac:picMk id="7" creationId="{CA02FAF5-4959-4238-AD0C-99A63F5A5E82}"/>
          </ac:picMkLst>
        </pc:picChg>
      </pc:sldChg>
      <pc:sldChg chg="addSp delSp modSp new mod">
        <pc:chgData name="Owusu-Sampah, Nicholas - US" userId="1439324a-984a-4c8a-9a42-8415f619ab37" providerId="ADAL" clId="{54542E9D-AD65-4A22-8CF5-4EAAD91205F4}" dt="2021-09-08T12:10:22.397" v="5218" actId="20577"/>
        <pc:sldMkLst>
          <pc:docMk/>
          <pc:sldMk cId="3650765891" sldId="274"/>
        </pc:sldMkLst>
        <pc:spChg chg="mod">
          <ac:chgData name="Owusu-Sampah, Nicholas - US" userId="1439324a-984a-4c8a-9a42-8415f619ab37" providerId="ADAL" clId="{54542E9D-AD65-4A22-8CF5-4EAAD91205F4}" dt="2021-09-08T12:10:22.397" v="5218" actId="20577"/>
          <ac:spMkLst>
            <pc:docMk/>
            <pc:sldMk cId="3650765891" sldId="274"/>
            <ac:spMk id="2" creationId="{46DD0F18-E250-4B30-A7A4-D661EDBBBD0E}"/>
          </ac:spMkLst>
        </pc:spChg>
        <pc:spChg chg="del mod">
          <ac:chgData name="Owusu-Sampah, Nicholas - US" userId="1439324a-984a-4c8a-9a42-8415f619ab37" providerId="ADAL" clId="{54542E9D-AD65-4A22-8CF5-4EAAD91205F4}" dt="2021-09-08T12:09:57.517" v="5187" actId="478"/>
          <ac:spMkLst>
            <pc:docMk/>
            <pc:sldMk cId="3650765891" sldId="274"/>
            <ac:spMk id="3" creationId="{26804523-7786-4615-8222-8009888499B6}"/>
          </ac:spMkLst>
        </pc:spChg>
        <pc:picChg chg="add mod">
          <ac:chgData name="Owusu-Sampah, Nicholas - US" userId="1439324a-984a-4c8a-9a42-8415f619ab37" providerId="ADAL" clId="{54542E9D-AD65-4A22-8CF5-4EAAD91205F4}" dt="2021-09-08T12:10:01.357" v="5188" actId="14100"/>
          <ac:picMkLst>
            <pc:docMk/>
            <pc:sldMk cId="3650765891" sldId="274"/>
            <ac:picMk id="5" creationId="{8FD4062F-9BA8-44ED-BFAC-0808B5FFC995}"/>
          </ac:picMkLst>
        </pc:picChg>
      </pc:sldChg>
      <pc:sldChg chg="modSp new mod">
        <pc:chgData name="Owusu-Sampah, Nicholas - US" userId="1439324a-984a-4c8a-9a42-8415f619ab37" providerId="ADAL" clId="{54542E9D-AD65-4A22-8CF5-4EAAD91205F4}" dt="2021-09-08T12:56:16.641" v="9766" actId="20577"/>
        <pc:sldMkLst>
          <pc:docMk/>
          <pc:sldMk cId="3914852190" sldId="275"/>
        </pc:sldMkLst>
        <pc:spChg chg="mod">
          <ac:chgData name="Owusu-Sampah, Nicholas - US" userId="1439324a-984a-4c8a-9a42-8415f619ab37" providerId="ADAL" clId="{54542E9D-AD65-4A22-8CF5-4EAAD91205F4}" dt="2021-09-07T16:08:47.752" v="2631" actId="20577"/>
          <ac:spMkLst>
            <pc:docMk/>
            <pc:sldMk cId="3914852190" sldId="275"/>
            <ac:spMk id="2" creationId="{53C5631F-E31D-43A2-A2CF-250784DBB595}"/>
          </ac:spMkLst>
        </pc:spChg>
        <pc:spChg chg="mod">
          <ac:chgData name="Owusu-Sampah, Nicholas - US" userId="1439324a-984a-4c8a-9a42-8415f619ab37" providerId="ADAL" clId="{54542E9D-AD65-4A22-8CF5-4EAAD91205F4}" dt="2021-09-08T12:56:16.641" v="9766" actId="20577"/>
          <ac:spMkLst>
            <pc:docMk/>
            <pc:sldMk cId="3914852190" sldId="275"/>
            <ac:spMk id="3" creationId="{3BD52BB3-065F-4815-8194-5EBD3F08B635}"/>
          </ac:spMkLst>
        </pc:spChg>
      </pc:sldChg>
      <pc:sldChg chg="modSp new mod">
        <pc:chgData name="Owusu-Sampah, Nicholas - US" userId="1439324a-984a-4c8a-9a42-8415f619ab37" providerId="ADAL" clId="{54542E9D-AD65-4A22-8CF5-4EAAD91205F4}" dt="2021-09-08T13:09:30.253" v="10258" actId="20577"/>
        <pc:sldMkLst>
          <pc:docMk/>
          <pc:sldMk cId="3409459978" sldId="276"/>
        </pc:sldMkLst>
        <pc:spChg chg="mod">
          <ac:chgData name="Owusu-Sampah, Nicholas - US" userId="1439324a-984a-4c8a-9a42-8415f619ab37" providerId="ADAL" clId="{54542E9D-AD65-4A22-8CF5-4EAAD91205F4}" dt="2021-09-07T16:13:25.668" v="3076" actId="20577"/>
          <ac:spMkLst>
            <pc:docMk/>
            <pc:sldMk cId="3409459978" sldId="276"/>
            <ac:spMk id="2" creationId="{7F448CAC-0F05-4D0A-815D-B181216B3C2F}"/>
          </ac:spMkLst>
        </pc:spChg>
        <pc:spChg chg="mod">
          <ac:chgData name="Owusu-Sampah, Nicholas - US" userId="1439324a-984a-4c8a-9a42-8415f619ab37" providerId="ADAL" clId="{54542E9D-AD65-4A22-8CF5-4EAAD91205F4}" dt="2021-09-08T13:09:30.253" v="10258" actId="20577"/>
          <ac:spMkLst>
            <pc:docMk/>
            <pc:sldMk cId="3409459978" sldId="276"/>
            <ac:spMk id="3" creationId="{4719C34B-ECA6-462C-AD4A-C3097AC424E5}"/>
          </ac:spMkLst>
        </pc:spChg>
      </pc:sldChg>
      <pc:sldChg chg="modSp new del mod">
        <pc:chgData name="Owusu-Sampah, Nicholas - US" userId="1439324a-984a-4c8a-9a42-8415f619ab37" providerId="ADAL" clId="{54542E9D-AD65-4A22-8CF5-4EAAD91205F4}" dt="2021-09-08T11:18:30.991" v="3552" actId="47"/>
        <pc:sldMkLst>
          <pc:docMk/>
          <pc:sldMk cId="1512861794" sldId="277"/>
        </pc:sldMkLst>
        <pc:spChg chg="mod">
          <ac:chgData name="Owusu-Sampah, Nicholas - US" userId="1439324a-984a-4c8a-9a42-8415f619ab37" providerId="ADAL" clId="{54542E9D-AD65-4A22-8CF5-4EAAD91205F4}" dt="2021-09-08T10:38:13.896" v="3255" actId="20577"/>
          <ac:spMkLst>
            <pc:docMk/>
            <pc:sldMk cId="1512861794" sldId="277"/>
            <ac:spMk id="2" creationId="{661F834F-BF79-4FAE-8EBB-02AC50E367A8}"/>
          </ac:spMkLst>
        </pc:spChg>
        <pc:spChg chg="mod">
          <ac:chgData name="Owusu-Sampah, Nicholas - US" userId="1439324a-984a-4c8a-9a42-8415f619ab37" providerId="ADAL" clId="{54542E9D-AD65-4A22-8CF5-4EAAD91205F4}" dt="2021-09-08T10:38:16.339" v="3260" actId="5793"/>
          <ac:spMkLst>
            <pc:docMk/>
            <pc:sldMk cId="1512861794" sldId="277"/>
            <ac:spMk id="3" creationId="{2A12792D-16CE-4016-8FB4-5EA2C41745F1}"/>
          </ac:spMkLst>
        </pc:spChg>
      </pc:sldChg>
      <pc:sldChg chg="addSp modSp new mod">
        <pc:chgData name="Owusu-Sampah, Nicholas - US" userId="1439324a-984a-4c8a-9a42-8415f619ab37" providerId="ADAL" clId="{54542E9D-AD65-4A22-8CF5-4EAAD91205F4}" dt="2021-09-08T11:05:49.469" v="3423" actId="1076"/>
        <pc:sldMkLst>
          <pc:docMk/>
          <pc:sldMk cId="1165326533" sldId="278"/>
        </pc:sldMkLst>
        <pc:spChg chg="mod">
          <ac:chgData name="Owusu-Sampah, Nicholas - US" userId="1439324a-984a-4c8a-9a42-8415f619ab37" providerId="ADAL" clId="{54542E9D-AD65-4A22-8CF5-4EAAD91205F4}" dt="2021-09-08T11:03:47.257" v="3349" actId="20577"/>
          <ac:spMkLst>
            <pc:docMk/>
            <pc:sldMk cId="1165326533" sldId="278"/>
            <ac:spMk id="2" creationId="{F12D133F-B75E-4252-8927-907874AACC5A}"/>
          </ac:spMkLst>
        </pc:spChg>
        <pc:spChg chg="mod">
          <ac:chgData name="Owusu-Sampah, Nicholas - US" userId="1439324a-984a-4c8a-9a42-8415f619ab37" providerId="ADAL" clId="{54542E9D-AD65-4A22-8CF5-4EAAD91205F4}" dt="2021-09-08T11:05:44.490" v="3421" actId="20577"/>
          <ac:spMkLst>
            <pc:docMk/>
            <pc:sldMk cId="1165326533" sldId="278"/>
            <ac:spMk id="3" creationId="{97A16A4C-AE5D-4F9B-8C9F-4735B7EEC3B7}"/>
          </ac:spMkLst>
        </pc:spChg>
        <pc:picChg chg="add mod">
          <ac:chgData name="Owusu-Sampah, Nicholas - US" userId="1439324a-984a-4c8a-9a42-8415f619ab37" providerId="ADAL" clId="{54542E9D-AD65-4A22-8CF5-4EAAD91205F4}" dt="2021-09-08T11:03:55.502" v="3352" actId="1076"/>
          <ac:picMkLst>
            <pc:docMk/>
            <pc:sldMk cId="1165326533" sldId="278"/>
            <ac:picMk id="5" creationId="{719490E7-013E-4D7B-B4C3-AB50468A8895}"/>
          </ac:picMkLst>
        </pc:picChg>
        <pc:picChg chg="add mod">
          <ac:chgData name="Owusu-Sampah, Nicholas - US" userId="1439324a-984a-4c8a-9a42-8415f619ab37" providerId="ADAL" clId="{54542E9D-AD65-4A22-8CF5-4EAAD91205F4}" dt="2021-09-08T11:05:49.469" v="3423" actId="1076"/>
          <ac:picMkLst>
            <pc:docMk/>
            <pc:sldMk cId="1165326533" sldId="278"/>
            <ac:picMk id="7" creationId="{2767EFD3-8AD5-45AD-B7B5-04B85D2EFF36}"/>
          </ac:picMkLst>
        </pc:picChg>
      </pc:sldChg>
      <pc:sldChg chg="addSp delSp modSp new mod">
        <pc:chgData name="Owusu-Sampah, Nicholas - US" userId="1439324a-984a-4c8a-9a42-8415f619ab37" providerId="ADAL" clId="{54542E9D-AD65-4A22-8CF5-4EAAD91205F4}" dt="2021-09-08T11:15:08.621" v="3545" actId="14100"/>
        <pc:sldMkLst>
          <pc:docMk/>
          <pc:sldMk cId="1660859739" sldId="279"/>
        </pc:sldMkLst>
        <pc:spChg chg="del">
          <ac:chgData name="Owusu-Sampah, Nicholas - US" userId="1439324a-984a-4c8a-9a42-8415f619ab37" providerId="ADAL" clId="{54542E9D-AD65-4A22-8CF5-4EAAD91205F4}" dt="2021-09-08T11:15:01.617" v="3543" actId="22"/>
          <ac:spMkLst>
            <pc:docMk/>
            <pc:sldMk cId="1660859739" sldId="279"/>
            <ac:spMk id="3" creationId="{A70E36C0-D82C-48BC-9583-3A0CE251437A}"/>
          </ac:spMkLst>
        </pc:spChg>
        <pc:picChg chg="add mod ord">
          <ac:chgData name="Owusu-Sampah, Nicholas - US" userId="1439324a-984a-4c8a-9a42-8415f619ab37" providerId="ADAL" clId="{54542E9D-AD65-4A22-8CF5-4EAAD91205F4}" dt="2021-09-08T11:15:08.621" v="3545" actId="14100"/>
          <ac:picMkLst>
            <pc:docMk/>
            <pc:sldMk cId="1660859739" sldId="279"/>
            <ac:picMk id="5" creationId="{FE2CEB9D-3F43-4F0E-85B8-8FE3DB5A1371}"/>
          </ac:picMkLst>
        </pc:picChg>
      </pc:sldChg>
      <pc:sldChg chg="addSp modSp new mod">
        <pc:chgData name="Owusu-Sampah, Nicholas - US" userId="1439324a-984a-4c8a-9a42-8415f619ab37" providerId="ADAL" clId="{54542E9D-AD65-4A22-8CF5-4EAAD91205F4}" dt="2021-09-08T11:32:28.093" v="3856" actId="122"/>
        <pc:sldMkLst>
          <pc:docMk/>
          <pc:sldMk cId="2086971023" sldId="280"/>
        </pc:sldMkLst>
        <pc:spChg chg="mod">
          <ac:chgData name="Owusu-Sampah, Nicholas - US" userId="1439324a-984a-4c8a-9a42-8415f619ab37" providerId="ADAL" clId="{54542E9D-AD65-4A22-8CF5-4EAAD91205F4}" dt="2021-09-08T11:32:28.093" v="3856" actId="122"/>
          <ac:spMkLst>
            <pc:docMk/>
            <pc:sldMk cId="2086971023" sldId="280"/>
            <ac:spMk id="2" creationId="{87C47116-6E95-4970-B5B5-743C3181DD6D}"/>
          </ac:spMkLst>
        </pc:spChg>
        <pc:spChg chg="mod">
          <ac:chgData name="Owusu-Sampah, Nicholas - US" userId="1439324a-984a-4c8a-9a42-8415f619ab37" providerId="ADAL" clId="{54542E9D-AD65-4A22-8CF5-4EAAD91205F4}" dt="2021-09-08T11:31:28.480" v="3849" actId="20577"/>
          <ac:spMkLst>
            <pc:docMk/>
            <pc:sldMk cId="2086971023" sldId="280"/>
            <ac:spMk id="3" creationId="{3A4ECD06-8EF3-4B68-A934-B0EFF0BBF728}"/>
          </ac:spMkLst>
        </pc:spChg>
        <pc:picChg chg="add mod">
          <ac:chgData name="Owusu-Sampah, Nicholas - US" userId="1439324a-984a-4c8a-9a42-8415f619ab37" providerId="ADAL" clId="{54542E9D-AD65-4A22-8CF5-4EAAD91205F4}" dt="2021-09-08T11:31:35.136" v="3852" actId="1076"/>
          <ac:picMkLst>
            <pc:docMk/>
            <pc:sldMk cId="2086971023" sldId="280"/>
            <ac:picMk id="5" creationId="{4DB0E6E5-79A7-4942-B549-06012AEAD3B0}"/>
          </ac:picMkLst>
        </pc:picChg>
      </pc:sldChg>
      <pc:sldChg chg="addSp delSp modSp new mod">
        <pc:chgData name="Owusu-Sampah, Nicholas - US" userId="1439324a-984a-4c8a-9a42-8415f619ab37" providerId="ADAL" clId="{54542E9D-AD65-4A22-8CF5-4EAAD91205F4}" dt="2021-09-08T11:40:08.646" v="4280" actId="1076"/>
        <pc:sldMkLst>
          <pc:docMk/>
          <pc:sldMk cId="770897970" sldId="281"/>
        </pc:sldMkLst>
        <pc:spChg chg="mod">
          <ac:chgData name="Owusu-Sampah, Nicholas - US" userId="1439324a-984a-4c8a-9a42-8415f619ab37" providerId="ADAL" clId="{54542E9D-AD65-4A22-8CF5-4EAAD91205F4}" dt="2021-09-08T11:39:51.975" v="4273" actId="20577"/>
          <ac:spMkLst>
            <pc:docMk/>
            <pc:sldMk cId="770897970" sldId="281"/>
            <ac:spMk id="2" creationId="{E09CDF72-3DFF-467B-8C5D-D43BA379082A}"/>
          </ac:spMkLst>
        </pc:spChg>
        <pc:spChg chg="del">
          <ac:chgData name="Owusu-Sampah, Nicholas - US" userId="1439324a-984a-4c8a-9a42-8415f619ab37" providerId="ADAL" clId="{54542E9D-AD65-4A22-8CF5-4EAAD91205F4}" dt="2021-09-08T11:39:55.851" v="4274" actId="22"/>
          <ac:spMkLst>
            <pc:docMk/>
            <pc:sldMk cId="770897970" sldId="281"/>
            <ac:spMk id="3" creationId="{A0E959E2-C58B-437F-A10D-B63FC6391ECA}"/>
          </ac:spMkLst>
        </pc:spChg>
        <pc:picChg chg="add mod ord">
          <ac:chgData name="Owusu-Sampah, Nicholas - US" userId="1439324a-984a-4c8a-9a42-8415f619ab37" providerId="ADAL" clId="{54542E9D-AD65-4A22-8CF5-4EAAD91205F4}" dt="2021-09-08T11:40:08.646" v="4280" actId="1076"/>
          <ac:picMkLst>
            <pc:docMk/>
            <pc:sldMk cId="770897970" sldId="281"/>
            <ac:picMk id="5" creationId="{35278AFE-BA5E-4D48-ADC2-C5877C9B8DFD}"/>
          </ac:picMkLst>
        </pc:picChg>
      </pc:sldChg>
      <pc:sldChg chg="addSp modSp new mod">
        <pc:chgData name="Owusu-Sampah, Nicholas - US" userId="1439324a-984a-4c8a-9a42-8415f619ab37" providerId="ADAL" clId="{54542E9D-AD65-4A22-8CF5-4EAAD91205F4}" dt="2021-09-08T12:05:52.501" v="5175" actId="14100"/>
        <pc:sldMkLst>
          <pc:docMk/>
          <pc:sldMk cId="1083113776" sldId="282"/>
        </pc:sldMkLst>
        <pc:spChg chg="mod">
          <ac:chgData name="Owusu-Sampah, Nicholas - US" userId="1439324a-984a-4c8a-9a42-8415f619ab37" providerId="ADAL" clId="{54542E9D-AD65-4A22-8CF5-4EAAD91205F4}" dt="2021-09-08T12:05:24.291" v="5170"/>
          <ac:spMkLst>
            <pc:docMk/>
            <pc:sldMk cId="1083113776" sldId="282"/>
            <ac:spMk id="2" creationId="{923CBBF0-0679-440F-940A-CC2BAB6751CE}"/>
          </ac:spMkLst>
        </pc:spChg>
        <pc:spChg chg="mod">
          <ac:chgData name="Owusu-Sampah, Nicholas - US" userId="1439324a-984a-4c8a-9a42-8415f619ab37" providerId="ADAL" clId="{54542E9D-AD65-4A22-8CF5-4EAAD91205F4}" dt="2021-09-08T12:05:16.486" v="5169"/>
          <ac:spMkLst>
            <pc:docMk/>
            <pc:sldMk cId="1083113776" sldId="282"/>
            <ac:spMk id="3" creationId="{A29F4492-5653-4648-8F66-2613C82AE82A}"/>
          </ac:spMkLst>
        </pc:spChg>
        <pc:picChg chg="add mod">
          <ac:chgData name="Owusu-Sampah, Nicholas - US" userId="1439324a-984a-4c8a-9a42-8415f619ab37" providerId="ADAL" clId="{54542E9D-AD65-4A22-8CF5-4EAAD91205F4}" dt="2021-09-08T12:05:52.501" v="5175" actId="14100"/>
          <ac:picMkLst>
            <pc:docMk/>
            <pc:sldMk cId="1083113776" sldId="282"/>
            <ac:picMk id="5" creationId="{1D104EA7-D487-4D48-8386-03BC64BE9750}"/>
          </ac:picMkLst>
        </pc:picChg>
      </pc:sldChg>
      <pc:sldChg chg="modSp new mod">
        <pc:chgData name="Owusu-Sampah, Nicholas - US" userId="1439324a-984a-4c8a-9a42-8415f619ab37" providerId="ADAL" clId="{54542E9D-AD65-4A22-8CF5-4EAAD91205F4}" dt="2021-09-08T12:13:49.081" v="5311" actId="122"/>
        <pc:sldMkLst>
          <pc:docMk/>
          <pc:sldMk cId="1996610523" sldId="283"/>
        </pc:sldMkLst>
        <pc:spChg chg="mod">
          <ac:chgData name="Owusu-Sampah, Nicholas - US" userId="1439324a-984a-4c8a-9a42-8415f619ab37" providerId="ADAL" clId="{54542E9D-AD65-4A22-8CF5-4EAAD91205F4}" dt="2021-09-08T12:13:49.081" v="5311" actId="122"/>
          <ac:spMkLst>
            <pc:docMk/>
            <pc:sldMk cId="1996610523" sldId="283"/>
            <ac:spMk id="2" creationId="{A41B00B7-5902-46F4-82CC-7BFCC1EF9F0A}"/>
          </ac:spMkLst>
        </pc:spChg>
        <pc:spChg chg="mod">
          <ac:chgData name="Owusu-Sampah, Nicholas - US" userId="1439324a-984a-4c8a-9a42-8415f619ab37" providerId="ADAL" clId="{54542E9D-AD65-4A22-8CF5-4EAAD91205F4}" dt="2021-09-08T12:13:42.125" v="5310" actId="20577"/>
          <ac:spMkLst>
            <pc:docMk/>
            <pc:sldMk cId="1996610523" sldId="283"/>
            <ac:spMk id="3" creationId="{5164D3F3-89F6-4F02-853A-A862410A11AC}"/>
          </ac:spMkLst>
        </pc:spChg>
      </pc:sldChg>
      <pc:sldChg chg="modSp new mod">
        <pc:chgData name="Owusu-Sampah, Nicholas - US" userId="1439324a-984a-4c8a-9a42-8415f619ab37" providerId="ADAL" clId="{54542E9D-AD65-4A22-8CF5-4EAAD91205F4}" dt="2021-09-08T12:29:08.442" v="6731" actId="20577"/>
        <pc:sldMkLst>
          <pc:docMk/>
          <pc:sldMk cId="1971782950" sldId="284"/>
        </pc:sldMkLst>
        <pc:spChg chg="mod">
          <ac:chgData name="Owusu-Sampah, Nicholas - US" userId="1439324a-984a-4c8a-9a42-8415f619ab37" providerId="ADAL" clId="{54542E9D-AD65-4A22-8CF5-4EAAD91205F4}" dt="2021-09-08T12:16:14.484" v="5349" actId="20577"/>
          <ac:spMkLst>
            <pc:docMk/>
            <pc:sldMk cId="1971782950" sldId="284"/>
            <ac:spMk id="2" creationId="{B8194FFE-AD66-4297-876E-EBF5C7A47A36}"/>
          </ac:spMkLst>
        </pc:spChg>
        <pc:spChg chg="mod">
          <ac:chgData name="Owusu-Sampah, Nicholas - US" userId="1439324a-984a-4c8a-9a42-8415f619ab37" providerId="ADAL" clId="{54542E9D-AD65-4A22-8CF5-4EAAD91205F4}" dt="2021-09-08T12:29:08.442" v="6731" actId="20577"/>
          <ac:spMkLst>
            <pc:docMk/>
            <pc:sldMk cId="1971782950" sldId="284"/>
            <ac:spMk id="3" creationId="{11801A9A-EBA7-4095-889E-E5A92742A5E4}"/>
          </ac:spMkLst>
        </pc:spChg>
      </pc:sldChg>
      <pc:sldChg chg="modSp new mod">
        <pc:chgData name="Owusu-Sampah, Nicholas - US" userId="1439324a-984a-4c8a-9a42-8415f619ab37" providerId="ADAL" clId="{54542E9D-AD65-4A22-8CF5-4EAAD91205F4}" dt="2021-09-08T12:33:39.749" v="7304" actId="13926"/>
        <pc:sldMkLst>
          <pc:docMk/>
          <pc:sldMk cId="2656346122" sldId="285"/>
        </pc:sldMkLst>
        <pc:spChg chg="mod">
          <ac:chgData name="Owusu-Sampah, Nicholas - US" userId="1439324a-984a-4c8a-9a42-8415f619ab37" providerId="ADAL" clId="{54542E9D-AD65-4A22-8CF5-4EAAD91205F4}" dt="2021-09-08T12:29:41.374" v="6766" actId="20577"/>
          <ac:spMkLst>
            <pc:docMk/>
            <pc:sldMk cId="2656346122" sldId="285"/>
            <ac:spMk id="2" creationId="{1943F028-AEAE-431F-AE29-0C5CC74FD31C}"/>
          </ac:spMkLst>
        </pc:spChg>
        <pc:spChg chg="mod">
          <ac:chgData name="Owusu-Sampah, Nicholas - US" userId="1439324a-984a-4c8a-9a42-8415f619ab37" providerId="ADAL" clId="{54542E9D-AD65-4A22-8CF5-4EAAD91205F4}" dt="2021-09-08T12:33:39.749" v="7304" actId="13926"/>
          <ac:spMkLst>
            <pc:docMk/>
            <pc:sldMk cId="2656346122" sldId="285"/>
            <ac:spMk id="3" creationId="{418D191A-389D-46DD-B8DC-B2F0EEBDACD7}"/>
          </ac:spMkLst>
        </pc:spChg>
      </pc:sldChg>
      <pc:sldChg chg="modSp new mod">
        <pc:chgData name="Owusu-Sampah, Nicholas - US" userId="1439324a-984a-4c8a-9a42-8415f619ab37" providerId="ADAL" clId="{54542E9D-AD65-4A22-8CF5-4EAAD91205F4}" dt="2021-09-08T12:39:00.315" v="8110" actId="20577"/>
        <pc:sldMkLst>
          <pc:docMk/>
          <pc:sldMk cId="2192512605" sldId="286"/>
        </pc:sldMkLst>
        <pc:spChg chg="mod">
          <ac:chgData name="Owusu-Sampah, Nicholas - US" userId="1439324a-984a-4c8a-9a42-8415f619ab37" providerId="ADAL" clId="{54542E9D-AD65-4A22-8CF5-4EAAD91205F4}" dt="2021-09-08T12:36:31.244" v="7375" actId="20577"/>
          <ac:spMkLst>
            <pc:docMk/>
            <pc:sldMk cId="2192512605" sldId="286"/>
            <ac:spMk id="2" creationId="{40105351-D8AD-4E4A-A607-7E9EEDA3C2A1}"/>
          </ac:spMkLst>
        </pc:spChg>
        <pc:spChg chg="mod">
          <ac:chgData name="Owusu-Sampah, Nicholas - US" userId="1439324a-984a-4c8a-9a42-8415f619ab37" providerId="ADAL" clId="{54542E9D-AD65-4A22-8CF5-4EAAD91205F4}" dt="2021-09-08T12:39:00.315" v="8110" actId="20577"/>
          <ac:spMkLst>
            <pc:docMk/>
            <pc:sldMk cId="2192512605" sldId="286"/>
            <ac:spMk id="3" creationId="{AD931429-429A-40CA-AA35-2E2255A671FC}"/>
          </ac:spMkLst>
        </pc:spChg>
      </pc:sldChg>
      <pc:sldChg chg="modSp new mod">
        <pc:chgData name="Owusu-Sampah, Nicholas - US" userId="1439324a-984a-4c8a-9a42-8415f619ab37" providerId="ADAL" clId="{54542E9D-AD65-4A22-8CF5-4EAAD91205F4}" dt="2021-09-08T12:41:18.675" v="8596" actId="122"/>
        <pc:sldMkLst>
          <pc:docMk/>
          <pc:sldMk cId="3811036955" sldId="287"/>
        </pc:sldMkLst>
        <pc:spChg chg="mod">
          <ac:chgData name="Owusu-Sampah, Nicholas - US" userId="1439324a-984a-4c8a-9a42-8415f619ab37" providerId="ADAL" clId="{54542E9D-AD65-4A22-8CF5-4EAAD91205F4}" dt="2021-09-08T12:41:18.675" v="8596" actId="122"/>
          <ac:spMkLst>
            <pc:docMk/>
            <pc:sldMk cId="3811036955" sldId="287"/>
            <ac:spMk id="2" creationId="{24F7E993-C28A-4C72-AC3B-F4787A0F08EC}"/>
          </ac:spMkLst>
        </pc:spChg>
        <pc:spChg chg="mod">
          <ac:chgData name="Owusu-Sampah, Nicholas - US" userId="1439324a-984a-4c8a-9a42-8415f619ab37" providerId="ADAL" clId="{54542E9D-AD65-4A22-8CF5-4EAAD91205F4}" dt="2021-09-08T12:41:06.089" v="8576" actId="113"/>
          <ac:spMkLst>
            <pc:docMk/>
            <pc:sldMk cId="3811036955" sldId="287"/>
            <ac:spMk id="3" creationId="{58B770EB-0249-40D0-9B4E-5C2EF356CBD3}"/>
          </ac:spMkLst>
        </pc:spChg>
      </pc:sldChg>
      <pc:sldChg chg="addSp delSp modSp new mod">
        <pc:chgData name="Owusu-Sampah, Nicholas - US" userId="1439324a-984a-4c8a-9a42-8415f619ab37" providerId="ADAL" clId="{54542E9D-AD65-4A22-8CF5-4EAAD91205F4}" dt="2021-09-08T12:44:45.584" v="8768" actId="22"/>
        <pc:sldMkLst>
          <pc:docMk/>
          <pc:sldMk cId="2357751765" sldId="288"/>
        </pc:sldMkLst>
        <pc:spChg chg="mod">
          <ac:chgData name="Owusu-Sampah, Nicholas - US" userId="1439324a-984a-4c8a-9a42-8415f619ab37" providerId="ADAL" clId="{54542E9D-AD65-4A22-8CF5-4EAAD91205F4}" dt="2021-09-08T12:43:59.332" v="8767" actId="20577"/>
          <ac:spMkLst>
            <pc:docMk/>
            <pc:sldMk cId="2357751765" sldId="288"/>
            <ac:spMk id="2" creationId="{12AD7293-7ED9-49EA-B7A2-DCD9FBFD6D2B}"/>
          </ac:spMkLst>
        </pc:spChg>
        <pc:spChg chg="del">
          <ac:chgData name="Owusu-Sampah, Nicholas - US" userId="1439324a-984a-4c8a-9a42-8415f619ab37" providerId="ADAL" clId="{54542E9D-AD65-4A22-8CF5-4EAAD91205F4}" dt="2021-09-08T12:44:45.584" v="8768" actId="22"/>
          <ac:spMkLst>
            <pc:docMk/>
            <pc:sldMk cId="2357751765" sldId="288"/>
            <ac:spMk id="3" creationId="{C787536D-7B7E-4910-904F-0A7B49BA0557}"/>
          </ac:spMkLst>
        </pc:spChg>
        <pc:picChg chg="add mod ord">
          <ac:chgData name="Owusu-Sampah, Nicholas - US" userId="1439324a-984a-4c8a-9a42-8415f619ab37" providerId="ADAL" clId="{54542E9D-AD65-4A22-8CF5-4EAAD91205F4}" dt="2021-09-08T12:44:45.584" v="8768" actId="22"/>
          <ac:picMkLst>
            <pc:docMk/>
            <pc:sldMk cId="2357751765" sldId="288"/>
            <ac:picMk id="5" creationId="{34B599E1-0E32-424F-AB95-F4A866EA9584}"/>
          </ac:picMkLst>
        </pc:picChg>
      </pc:sldChg>
      <pc:sldChg chg="modSp new mod">
        <pc:chgData name="Owusu-Sampah, Nicholas - US" userId="1439324a-984a-4c8a-9a42-8415f619ab37" providerId="ADAL" clId="{54542E9D-AD65-4A22-8CF5-4EAAD91205F4}" dt="2021-09-08T12:49:39.853" v="9765" actId="20577"/>
        <pc:sldMkLst>
          <pc:docMk/>
          <pc:sldMk cId="1281010755" sldId="289"/>
        </pc:sldMkLst>
        <pc:spChg chg="mod">
          <ac:chgData name="Owusu-Sampah, Nicholas - US" userId="1439324a-984a-4c8a-9a42-8415f619ab37" providerId="ADAL" clId="{54542E9D-AD65-4A22-8CF5-4EAAD91205F4}" dt="2021-09-08T12:45:10.911" v="8865" actId="20577"/>
          <ac:spMkLst>
            <pc:docMk/>
            <pc:sldMk cId="1281010755" sldId="289"/>
            <ac:spMk id="2" creationId="{60E0C3A8-3EA5-45E7-AB0B-94068310F356}"/>
          </ac:spMkLst>
        </pc:spChg>
        <pc:spChg chg="mod">
          <ac:chgData name="Owusu-Sampah, Nicholas - US" userId="1439324a-984a-4c8a-9a42-8415f619ab37" providerId="ADAL" clId="{54542E9D-AD65-4A22-8CF5-4EAAD91205F4}" dt="2021-09-08T12:49:39.853" v="9765" actId="20577"/>
          <ac:spMkLst>
            <pc:docMk/>
            <pc:sldMk cId="1281010755" sldId="289"/>
            <ac:spMk id="3" creationId="{DBB0CD18-EB41-41C5-819A-700FA49D190F}"/>
          </ac:spMkLst>
        </pc:spChg>
      </pc:sldChg>
      <pc:sldChg chg="modSp new mod">
        <pc:chgData name="Owusu-Sampah, Nicholas - US" userId="1439324a-984a-4c8a-9a42-8415f619ab37" providerId="ADAL" clId="{54542E9D-AD65-4A22-8CF5-4EAAD91205F4}" dt="2021-09-08T13:12:49.871" v="11037" actId="20577"/>
        <pc:sldMkLst>
          <pc:docMk/>
          <pc:sldMk cId="4072304943" sldId="290"/>
        </pc:sldMkLst>
        <pc:spChg chg="mod">
          <ac:chgData name="Owusu-Sampah, Nicholas - US" userId="1439324a-984a-4c8a-9a42-8415f619ab37" providerId="ADAL" clId="{54542E9D-AD65-4A22-8CF5-4EAAD91205F4}" dt="2021-09-08T13:11:22.204" v="10636" actId="20577"/>
          <ac:spMkLst>
            <pc:docMk/>
            <pc:sldMk cId="4072304943" sldId="290"/>
            <ac:spMk id="2" creationId="{F556F160-E1D2-493B-AA7F-3D72EB8791BB}"/>
          </ac:spMkLst>
        </pc:spChg>
        <pc:spChg chg="mod">
          <ac:chgData name="Owusu-Sampah, Nicholas - US" userId="1439324a-984a-4c8a-9a42-8415f619ab37" providerId="ADAL" clId="{54542E9D-AD65-4A22-8CF5-4EAAD91205F4}" dt="2021-09-08T13:12:49.871" v="11037" actId="20577"/>
          <ac:spMkLst>
            <pc:docMk/>
            <pc:sldMk cId="4072304943" sldId="290"/>
            <ac:spMk id="3" creationId="{CB41D532-6B55-401F-9D35-AA8084D54006}"/>
          </ac:spMkLst>
        </pc:spChg>
      </pc:sldChg>
      <pc:sldChg chg="modSp new mod">
        <pc:chgData name="Owusu-Sampah, Nicholas - US" userId="1439324a-984a-4c8a-9a42-8415f619ab37" providerId="ADAL" clId="{54542E9D-AD65-4A22-8CF5-4EAAD91205F4}" dt="2021-09-08T13:19:38.566" v="12532" actId="20577"/>
        <pc:sldMkLst>
          <pc:docMk/>
          <pc:sldMk cId="2614002378" sldId="291"/>
        </pc:sldMkLst>
        <pc:spChg chg="mod">
          <ac:chgData name="Owusu-Sampah, Nicholas - US" userId="1439324a-984a-4c8a-9a42-8415f619ab37" providerId="ADAL" clId="{54542E9D-AD65-4A22-8CF5-4EAAD91205F4}" dt="2021-09-08T13:19:38.566" v="12532" actId="20577"/>
          <ac:spMkLst>
            <pc:docMk/>
            <pc:sldMk cId="2614002378" sldId="291"/>
            <ac:spMk id="2" creationId="{E7427DD5-C6AF-49F6-8939-868A3EBC9664}"/>
          </ac:spMkLst>
        </pc:spChg>
        <pc:spChg chg="mod">
          <ac:chgData name="Owusu-Sampah, Nicholas - US" userId="1439324a-984a-4c8a-9a42-8415f619ab37" providerId="ADAL" clId="{54542E9D-AD65-4A22-8CF5-4EAAD91205F4}" dt="2021-09-08T13:19:10.620" v="12502" actId="20577"/>
          <ac:spMkLst>
            <pc:docMk/>
            <pc:sldMk cId="2614002378" sldId="291"/>
            <ac:spMk id="3" creationId="{422899F1-36D8-464B-9426-8A47141557F4}"/>
          </ac:spMkLst>
        </pc:spChg>
      </pc:sldChg>
      <pc:sldChg chg="modSp new mod">
        <pc:chgData name="Owusu-Sampah, Nicholas - US" userId="1439324a-984a-4c8a-9a42-8415f619ab37" providerId="ADAL" clId="{54542E9D-AD65-4A22-8CF5-4EAAD91205F4}" dt="2021-09-08T13:19:50.738" v="12560" actId="122"/>
        <pc:sldMkLst>
          <pc:docMk/>
          <pc:sldMk cId="364254290" sldId="292"/>
        </pc:sldMkLst>
        <pc:spChg chg="mod">
          <ac:chgData name="Owusu-Sampah, Nicholas - US" userId="1439324a-984a-4c8a-9a42-8415f619ab37" providerId="ADAL" clId="{54542E9D-AD65-4A22-8CF5-4EAAD91205F4}" dt="2021-09-08T13:19:50.738" v="12560" actId="122"/>
          <ac:spMkLst>
            <pc:docMk/>
            <pc:sldMk cId="364254290" sldId="292"/>
            <ac:spMk id="2" creationId="{4FB281A1-F95E-4EB6-9B17-7CFC0214B059}"/>
          </ac:spMkLst>
        </pc:spChg>
      </pc:sldChg>
      <pc:sldChg chg="delSp modSp new del mod">
        <pc:chgData name="Owusu-Sampah, Nicholas - US" userId="1439324a-984a-4c8a-9a42-8415f619ab37" providerId="ADAL" clId="{54542E9D-AD65-4A22-8CF5-4EAAD91205F4}" dt="2021-09-08T13:26:52.922" v="13211" actId="47"/>
        <pc:sldMkLst>
          <pc:docMk/>
          <pc:sldMk cId="191017317" sldId="293"/>
        </pc:sldMkLst>
        <pc:spChg chg="mod">
          <ac:chgData name="Owusu-Sampah, Nicholas - US" userId="1439324a-984a-4c8a-9a42-8415f619ab37" providerId="ADAL" clId="{54542E9D-AD65-4A22-8CF5-4EAAD91205F4}" dt="2021-09-08T13:21:00.464" v="12638" actId="20577"/>
          <ac:spMkLst>
            <pc:docMk/>
            <pc:sldMk cId="191017317" sldId="293"/>
            <ac:spMk id="2" creationId="{7198342D-E13A-4734-B31F-BE048B0FE42D}"/>
          </ac:spMkLst>
        </pc:spChg>
        <pc:spChg chg="del mod">
          <ac:chgData name="Owusu-Sampah, Nicholas - US" userId="1439324a-984a-4c8a-9a42-8415f619ab37" providerId="ADAL" clId="{54542E9D-AD65-4A22-8CF5-4EAAD91205F4}" dt="2021-09-08T13:21:06.563" v="12640" actId="478"/>
          <ac:spMkLst>
            <pc:docMk/>
            <pc:sldMk cId="191017317" sldId="293"/>
            <ac:spMk id="3" creationId="{137BFC43-4C99-4AC8-B3E5-82B7AB689927}"/>
          </ac:spMkLst>
        </pc:spChg>
      </pc:sldChg>
      <pc:sldChg chg="addSp modSp new mod">
        <pc:chgData name="Owusu-Sampah, Nicholas - US" userId="1439324a-984a-4c8a-9a42-8415f619ab37" providerId="ADAL" clId="{54542E9D-AD65-4A22-8CF5-4EAAD91205F4}" dt="2021-09-08T13:26:05.514" v="13208" actId="1076"/>
        <pc:sldMkLst>
          <pc:docMk/>
          <pc:sldMk cId="1345770245" sldId="294"/>
        </pc:sldMkLst>
        <pc:spChg chg="mod">
          <ac:chgData name="Owusu-Sampah, Nicholas - US" userId="1439324a-984a-4c8a-9a42-8415f619ab37" providerId="ADAL" clId="{54542E9D-AD65-4A22-8CF5-4EAAD91205F4}" dt="2021-09-08T13:22:10.012" v="12823" actId="20577"/>
          <ac:spMkLst>
            <pc:docMk/>
            <pc:sldMk cId="1345770245" sldId="294"/>
            <ac:spMk id="2" creationId="{D58CE7FD-83BD-411C-B6D4-DC839472D5C6}"/>
          </ac:spMkLst>
        </pc:spChg>
        <pc:spChg chg="mod">
          <ac:chgData name="Owusu-Sampah, Nicholas - US" userId="1439324a-984a-4c8a-9a42-8415f619ab37" providerId="ADAL" clId="{54542E9D-AD65-4A22-8CF5-4EAAD91205F4}" dt="2021-09-08T13:25:02.909" v="13206" actId="20577"/>
          <ac:spMkLst>
            <pc:docMk/>
            <pc:sldMk cId="1345770245" sldId="294"/>
            <ac:spMk id="3" creationId="{95A16758-837B-40F7-88DF-B99AB4F89287}"/>
          </ac:spMkLst>
        </pc:spChg>
        <pc:picChg chg="add mod">
          <ac:chgData name="Owusu-Sampah, Nicholas - US" userId="1439324a-984a-4c8a-9a42-8415f619ab37" providerId="ADAL" clId="{54542E9D-AD65-4A22-8CF5-4EAAD91205F4}" dt="2021-09-08T13:24:41.026" v="13153" actId="1076"/>
          <ac:picMkLst>
            <pc:docMk/>
            <pc:sldMk cId="1345770245" sldId="294"/>
            <ac:picMk id="5" creationId="{E225A672-DD00-4B22-923C-F7DED646E13C}"/>
          </ac:picMkLst>
        </pc:picChg>
        <pc:picChg chg="add mod">
          <ac:chgData name="Owusu-Sampah, Nicholas - US" userId="1439324a-984a-4c8a-9a42-8415f619ab37" providerId="ADAL" clId="{54542E9D-AD65-4A22-8CF5-4EAAD91205F4}" dt="2021-09-08T13:26:05.514" v="13208" actId="1076"/>
          <ac:picMkLst>
            <pc:docMk/>
            <pc:sldMk cId="1345770245" sldId="294"/>
            <ac:picMk id="7" creationId="{B97C9FE5-9265-44E8-B742-FA667546E192}"/>
          </ac:picMkLst>
        </pc:picChg>
      </pc:sldChg>
      <pc:sldChg chg="addSp delSp modSp new mod">
        <pc:chgData name="Owusu-Sampah, Nicholas - US" userId="1439324a-984a-4c8a-9a42-8415f619ab37" providerId="ADAL" clId="{54542E9D-AD65-4A22-8CF5-4EAAD91205F4}" dt="2021-09-08T13:27:46.402" v="13217" actId="14100"/>
        <pc:sldMkLst>
          <pc:docMk/>
          <pc:sldMk cId="3131931526" sldId="295"/>
        </pc:sldMkLst>
        <pc:spChg chg="del">
          <ac:chgData name="Owusu-Sampah, Nicholas - US" userId="1439324a-984a-4c8a-9a42-8415f619ab37" providerId="ADAL" clId="{54542E9D-AD65-4A22-8CF5-4EAAD91205F4}" dt="2021-09-08T13:27:33.798" v="13213" actId="22"/>
          <ac:spMkLst>
            <pc:docMk/>
            <pc:sldMk cId="3131931526" sldId="295"/>
            <ac:spMk id="3" creationId="{C362739E-F321-4087-8E0B-322914A06896}"/>
          </ac:spMkLst>
        </pc:spChg>
        <pc:picChg chg="add mod ord">
          <ac:chgData name="Owusu-Sampah, Nicholas - US" userId="1439324a-984a-4c8a-9a42-8415f619ab37" providerId="ADAL" clId="{54542E9D-AD65-4A22-8CF5-4EAAD91205F4}" dt="2021-09-08T13:27:46.402" v="13217" actId="14100"/>
          <ac:picMkLst>
            <pc:docMk/>
            <pc:sldMk cId="3131931526" sldId="295"/>
            <ac:picMk id="5" creationId="{FC0CFDB3-12DC-4191-903B-0395139C0E2D}"/>
          </ac:picMkLst>
        </pc:picChg>
      </pc:sldChg>
    </pc:docChg>
  </pc:docChgLst>
  <pc:docChgLst>
    <pc:chgData name="Owusu-Sampah, Nicholas - US" userId="1439324a-984a-4c8a-9a42-8415f619ab37" providerId="ADAL" clId="{CE51307C-BDDD-4E2B-A699-D057AAA5FE04}"/>
    <pc:docChg chg="custSel modSld">
      <pc:chgData name="Owusu-Sampah, Nicholas - US" userId="1439324a-984a-4c8a-9a42-8415f619ab37" providerId="ADAL" clId="{CE51307C-BDDD-4E2B-A699-D057AAA5FE04}" dt="2021-09-10T16:33:55.392" v="265" actId="1076"/>
      <pc:docMkLst>
        <pc:docMk/>
      </pc:docMkLst>
      <pc:sldChg chg="modSp mod">
        <pc:chgData name="Owusu-Sampah, Nicholas - US" userId="1439324a-984a-4c8a-9a42-8415f619ab37" providerId="ADAL" clId="{CE51307C-BDDD-4E2B-A699-D057AAA5FE04}" dt="2021-09-08T13:30:38.658" v="6" actId="122"/>
        <pc:sldMkLst>
          <pc:docMk/>
          <pc:sldMk cId="696040159" sldId="257"/>
        </pc:sldMkLst>
        <pc:spChg chg="mod">
          <ac:chgData name="Owusu-Sampah, Nicholas - US" userId="1439324a-984a-4c8a-9a42-8415f619ab37" providerId="ADAL" clId="{CE51307C-BDDD-4E2B-A699-D057AAA5FE04}" dt="2021-09-08T13:30:38.658" v="6" actId="122"/>
          <ac:spMkLst>
            <pc:docMk/>
            <pc:sldMk cId="696040159" sldId="257"/>
            <ac:spMk id="2" creationId="{D12B91D6-6CF7-421D-A2F1-E1BA8FD59F69}"/>
          </ac:spMkLst>
        </pc:spChg>
      </pc:sldChg>
      <pc:sldChg chg="modSp mod">
        <pc:chgData name="Owusu-Sampah, Nicholas - US" userId="1439324a-984a-4c8a-9a42-8415f619ab37" providerId="ADAL" clId="{CE51307C-BDDD-4E2B-A699-D057AAA5FE04}" dt="2021-09-08T13:30:41.986" v="7" actId="122"/>
        <pc:sldMkLst>
          <pc:docMk/>
          <pc:sldMk cId="546243948" sldId="258"/>
        </pc:sldMkLst>
        <pc:spChg chg="mod">
          <ac:chgData name="Owusu-Sampah, Nicholas - US" userId="1439324a-984a-4c8a-9a42-8415f619ab37" providerId="ADAL" clId="{CE51307C-BDDD-4E2B-A699-D057AAA5FE04}" dt="2021-09-08T13:30:41.986" v="7" actId="122"/>
          <ac:spMkLst>
            <pc:docMk/>
            <pc:sldMk cId="546243948" sldId="258"/>
            <ac:spMk id="2" creationId="{0FB2484B-D72E-4DE9-9670-999490B8A08C}"/>
          </ac:spMkLst>
        </pc:spChg>
      </pc:sldChg>
      <pc:sldChg chg="delSp modSp mod">
        <pc:chgData name="Owusu-Sampah, Nicholas - US" userId="1439324a-984a-4c8a-9a42-8415f619ab37" providerId="ADAL" clId="{CE51307C-BDDD-4E2B-A699-D057AAA5FE04}" dt="2021-09-08T13:31:21.906" v="41" actId="478"/>
        <pc:sldMkLst>
          <pc:docMk/>
          <pc:sldMk cId="3382200646" sldId="261"/>
        </pc:sldMkLst>
        <pc:spChg chg="mod">
          <ac:chgData name="Owusu-Sampah, Nicholas - US" userId="1439324a-984a-4c8a-9a42-8415f619ab37" providerId="ADAL" clId="{CE51307C-BDDD-4E2B-A699-D057AAA5FE04}" dt="2021-09-08T13:31:18.658" v="39" actId="122"/>
          <ac:spMkLst>
            <pc:docMk/>
            <pc:sldMk cId="3382200646" sldId="261"/>
            <ac:spMk id="2" creationId="{9E39D7ED-CA2D-415A-9DD2-E699935B7E6C}"/>
          </ac:spMkLst>
        </pc:spChg>
        <pc:spChg chg="del mod">
          <ac:chgData name="Owusu-Sampah, Nicholas - US" userId="1439324a-984a-4c8a-9a42-8415f619ab37" providerId="ADAL" clId="{CE51307C-BDDD-4E2B-A699-D057AAA5FE04}" dt="2021-09-08T13:31:21.906" v="41" actId="478"/>
          <ac:spMkLst>
            <pc:docMk/>
            <pc:sldMk cId="3382200646" sldId="261"/>
            <ac:spMk id="3" creationId="{297C2D9D-5174-45E3-9801-3B6A269EB466}"/>
          </ac:spMkLst>
        </pc:spChg>
      </pc:sldChg>
      <pc:sldChg chg="delSp modSp mod">
        <pc:chgData name="Owusu-Sampah, Nicholas - US" userId="1439324a-984a-4c8a-9a42-8415f619ab37" providerId="ADAL" clId="{CE51307C-BDDD-4E2B-A699-D057AAA5FE04}" dt="2021-09-08T13:31:31.074" v="43" actId="478"/>
        <pc:sldMkLst>
          <pc:docMk/>
          <pc:sldMk cId="1865704307" sldId="262"/>
        </pc:sldMkLst>
        <pc:spChg chg="del mod">
          <ac:chgData name="Owusu-Sampah, Nicholas - US" userId="1439324a-984a-4c8a-9a42-8415f619ab37" providerId="ADAL" clId="{CE51307C-BDDD-4E2B-A699-D057AAA5FE04}" dt="2021-09-08T13:31:31.074" v="43" actId="478"/>
          <ac:spMkLst>
            <pc:docMk/>
            <pc:sldMk cId="1865704307" sldId="262"/>
            <ac:spMk id="3" creationId="{068B6FA9-2702-49BF-98C4-A7C77B335CCE}"/>
          </ac:spMkLst>
        </pc:spChg>
      </pc:sldChg>
      <pc:sldChg chg="modSp mod">
        <pc:chgData name="Owusu-Sampah, Nicholas - US" userId="1439324a-984a-4c8a-9a42-8415f619ab37" providerId="ADAL" clId="{CE51307C-BDDD-4E2B-A699-D057AAA5FE04}" dt="2021-09-08T13:32:01.504" v="55" actId="207"/>
        <pc:sldMkLst>
          <pc:docMk/>
          <pc:sldMk cId="1850414014" sldId="266"/>
        </pc:sldMkLst>
        <pc:spChg chg="mod">
          <ac:chgData name="Owusu-Sampah, Nicholas - US" userId="1439324a-984a-4c8a-9a42-8415f619ab37" providerId="ADAL" clId="{CE51307C-BDDD-4E2B-A699-D057AAA5FE04}" dt="2021-09-08T13:31:55.691" v="54" actId="20577"/>
          <ac:spMkLst>
            <pc:docMk/>
            <pc:sldMk cId="1850414014" sldId="266"/>
            <ac:spMk id="2" creationId="{9F9BA08B-0070-48D0-A892-DA9478BD71FA}"/>
          </ac:spMkLst>
        </pc:spChg>
        <pc:spChg chg="mod">
          <ac:chgData name="Owusu-Sampah, Nicholas - US" userId="1439324a-984a-4c8a-9a42-8415f619ab37" providerId="ADAL" clId="{CE51307C-BDDD-4E2B-A699-D057AAA5FE04}" dt="2021-09-08T13:32:01.504" v="55" actId="207"/>
          <ac:spMkLst>
            <pc:docMk/>
            <pc:sldMk cId="1850414014" sldId="266"/>
            <ac:spMk id="6" creationId="{8D794154-13A7-408D-B62C-46FB555B79D0}"/>
          </ac:spMkLst>
        </pc:spChg>
      </pc:sldChg>
      <pc:sldChg chg="modSp mod">
        <pc:chgData name="Owusu-Sampah, Nicholas - US" userId="1439324a-984a-4c8a-9a42-8415f619ab37" providerId="ADAL" clId="{CE51307C-BDDD-4E2B-A699-D057AAA5FE04}" dt="2021-09-08T13:32:37.778" v="69" actId="122"/>
        <pc:sldMkLst>
          <pc:docMk/>
          <pc:sldMk cId="2086260528" sldId="268"/>
        </pc:sldMkLst>
        <pc:spChg chg="mod">
          <ac:chgData name="Owusu-Sampah, Nicholas - US" userId="1439324a-984a-4c8a-9a42-8415f619ab37" providerId="ADAL" clId="{CE51307C-BDDD-4E2B-A699-D057AAA5FE04}" dt="2021-09-08T13:32:37.778" v="69" actId="122"/>
          <ac:spMkLst>
            <pc:docMk/>
            <pc:sldMk cId="2086260528" sldId="268"/>
            <ac:spMk id="2" creationId="{B4BFE66A-AFD4-425C-A581-F85B11E0124A}"/>
          </ac:spMkLst>
        </pc:spChg>
      </pc:sldChg>
      <pc:sldChg chg="modSp mod">
        <pc:chgData name="Owusu-Sampah, Nicholas - US" userId="1439324a-984a-4c8a-9a42-8415f619ab37" providerId="ADAL" clId="{CE51307C-BDDD-4E2B-A699-D057AAA5FE04}" dt="2021-09-08T13:34:29.363" v="195" actId="122"/>
        <pc:sldMkLst>
          <pc:docMk/>
          <pc:sldMk cId="2646882969" sldId="270"/>
        </pc:sldMkLst>
        <pc:spChg chg="mod">
          <ac:chgData name="Owusu-Sampah, Nicholas - US" userId="1439324a-984a-4c8a-9a42-8415f619ab37" providerId="ADAL" clId="{CE51307C-BDDD-4E2B-A699-D057AAA5FE04}" dt="2021-09-08T13:34:29.363" v="195" actId="122"/>
          <ac:spMkLst>
            <pc:docMk/>
            <pc:sldMk cId="2646882969" sldId="270"/>
            <ac:spMk id="2" creationId="{75247138-894F-43CD-9BD8-E14D97D337AC}"/>
          </ac:spMkLst>
        </pc:spChg>
      </pc:sldChg>
      <pc:sldChg chg="modSp mod">
        <pc:chgData name="Owusu-Sampah, Nicholas - US" userId="1439324a-984a-4c8a-9a42-8415f619ab37" providerId="ADAL" clId="{CE51307C-BDDD-4E2B-A699-D057AAA5FE04}" dt="2021-09-08T13:34:45.579" v="204" actId="20577"/>
        <pc:sldMkLst>
          <pc:docMk/>
          <pc:sldMk cId="2363640486" sldId="271"/>
        </pc:sldMkLst>
        <pc:spChg chg="mod">
          <ac:chgData name="Owusu-Sampah, Nicholas - US" userId="1439324a-984a-4c8a-9a42-8415f619ab37" providerId="ADAL" clId="{CE51307C-BDDD-4E2B-A699-D057AAA5FE04}" dt="2021-09-08T13:34:45.579" v="204" actId="20577"/>
          <ac:spMkLst>
            <pc:docMk/>
            <pc:sldMk cId="2363640486" sldId="271"/>
            <ac:spMk id="2" creationId="{864D7DDE-3859-440C-BF36-70C1D1F8D46C}"/>
          </ac:spMkLst>
        </pc:spChg>
      </pc:sldChg>
      <pc:sldChg chg="modSp mod">
        <pc:chgData name="Owusu-Sampah, Nicholas - US" userId="1439324a-984a-4c8a-9a42-8415f619ab37" providerId="ADAL" clId="{CE51307C-BDDD-4E2B-A699-D057AAA5FE04}" dt="2021-09-08T13:35:24.931" v="225" actId="20577"/>
        <pc:sldMkLst>
          <pc:docMk/>
          <pc:sldMk cId="2435080425" sldId="272"/>
        </pc:sldMkLst>
        <pc:spChg chg="mod">
          <ac:chgData name="Owusu-Sampah, Nicholas - US" userId="1439324a-984a-4c8a-9a42-8415f619ab37" providerId="ADAL" clId="{CE51307C-BDDD-4E2B-A699-D057AAA5FE04}" dt="2021-09-08T13:35:24.931" v="225" actId="20577"/>
          <ac:spMkLst>
            <pc:docMk/>
            <pc:sldMk cId="2435080425" sldId="272"/>
            <ac:spMk id="2" creationId="{E383529E-CBB1-485E-BF74-DA6499B6E5CA}"/>
          </ac:spMkLst>
        </pc:spChg>
      </pc:sldChg>
      <pc:sldChg chg="modSp mod">
        <pc:chgData name="Owusu-Sampah, Nicholas - US" userId="1439324a-984a-4c8a-9a42-8415f619ab37" providerId="ADAL" clId="{CE51307C-BDDD-4E2B-A699-D057AAA5FE04}" dt="2021-09-08T13:32:55.324" v="81" actId="20577"/>
        <pc:sldMkLst>
          <pc:docMk/>
          <pc:sldMk cId="2471576258" sldId="273"/>
        </pc:sldMkLst>
        <pc:spChg chg="mod">
          <ac:chgData name="Owusu-Sampah, Nicholas - US" userId="1439324a-984a-4c8a-9a42-8415f619ab37" providerId="ADAL" clId="{CE51307C-BDDD-4E2B-A699-D057AAA5FE04}" dt="2021-09-08T13:32:55.324" v="81" actId="20577"/>
          <ac:spMkLst>
            <pc:docMk/>
            <pc:sldMk cId="2471576258" sldId="273"/>
            <ac:spMk id="2" creationId="{F4E51064-2BFC-4FE7-BA9C-E77F08C43045}"/>
          </ac:spMkLst>
        </pc:spChg>
      </pc:sldChg>
      <pc:sldChg chg="addSp modSp mod">
        <pc:chgData name="Owusu-Sampah, Nicholas - US" userId="1439324a-984a-4c8a-9a42-8415f619ab37" providerId="ADAL" clId="{CE51307C-BDDD-4E2B-A699-D057AAA5FE04}" dt="2021-09-08T13:34:08.179" v="187" actId="1076"/>
        <pc:sldMkLst>
          <pc:docMk/>
          <pc:sldMk cId="3650765891" sldId="274"/>
        </pc:sldMkLst>
        <pc:spChg chg="mod">
          <ac:chgData name="Owusu-Sampah, Nicholas - US" userId="1439324a-984a-4c8a-9a42-8415f619ab37" providerId="ADAL" clId="{CE51307C-BDDD-4E2B-A699-D057AAA5FE04}" dt="2021-09-08T13:33:16.586" v="89" actId="122"/>
          <ac:spMkLst>
            <pc:docMk/>
            <pc:sldMk cId="3650765891" sldId="274"/>
            <ac:spMk id="2" creationId="{46DD0F18-E250-4B30-A7A4-D661EDBBBD0E}"/>
          </ac:spMkLst>
        </pc:spChg>
        <pc:spChg chg="add mod">
          <ac:chgData name="Owusu-Sampah, Nicholas - US" userId="1439324a-984a-4c8a-9a42-8415f619ab37" providerId="ADAL" clId="{CE51307C-BDDD-4E2B-A699-D057AAA5FE04}" dt="2021-09-08T13:34:03.236" v="186" actId="255"/>
          <ac:spMkLst>
            <pc:docMk/>
            <pc:sldMk cId="3650765891" sldId="274"/>
            <ac:spMk id="3" creationId="{01565A8D-EF62-47EC-8E55-6CE8ABA58F84}"/>
          </ac:spMkLst>
        </pc:spChg>
        <pc:picChg chg="mod">
          <ac:chgData name="Owusu-Sampah, Nicholas - US" userId="1439324a-984a-4c8a-9a42-8415f619ab37" providerId="ADAL" clId="{CE51307C-BDDD-4E2B-A699-D057AAA5FE04}" dt="2021-09-08T13:34:08.179" v="187" actId="1076"/>
          <ac:picMkLst>
            <pc:docMk/>
            <pc:sldMk cId="3650765891" sldId="274"/>
            <ac:picMk id="5" creationId="{8FD4062F-9BA8-44ED-BFAC-0808B5FFC995}"/>
          </ac:picMkLst>
        </pc:picChg>
      </pc:sldChg>
      <pc:sldChg chg="modSp mod">
        <pc:chgData name="Owusu-Sampah, Nicholas - US" userId="1439324a-984a-4c8a-9a42-8415f619ab37" providerId="ADAL" clId="{CE51307C-BDDD-4E2B-A699-D057AAA5FE04}" dt="2021-09-08T13:35:47.227" v="235" actId="20577"/>
        <pc:sldMkLst>
          <pc:docMk/>
          <pc:sldMk cId="3914852190" sldId="275"/>
        </pc:sldMkLst>
        <pc:spChg chg="mod">
          <ac:chgData name="Owusu-Sampah, Nicholas - US" userId="1439324a-984a-4c8a-9a42-8415f619ab37" providerId="ADAL" clId="{CE51307C-BDDD-4E2B-A699-D057AAA5FE04}" dt="2021-09-08T13:35:47.227" v="235" actId="20577"/>
          <ac:spMkLst>
            <pc:docMk/>
            <pc:sldMk cId="3914852190" sldId="275"/>
            <ac:spMk id="2" creationId="{53C5631F-E31D-43A2-A2CF-250784DBB595}"/>
          </ac:spMkLst>
        </pc:spChg>
      </pc:sldChg>
      <pc:sldChg chg="modSp mod">
        <pc:chgData name="Owusu-Sampah, Nicholas - US" userId="1439324a-984a-4c8a-9a42-8415f619ab37" providerId="ADAL" clId="{CE51307C-BDDD-4E2B-A699-D057AAA5FE04}" dt="2021-09-08T13:36:06.580" v="248" actId="20577"/>
        <pc:sldMkLst>
          <pc:docMk/>
          <pc:sldMk cId="3409459978" sldId="276"/>
        </pc:sldMkLst>
        <pc:spChg chg="mod">
          <ac:chgData name="Owusu-Sampah, Nicholas - US" userId="1439324a-984a-4c8a-9a42-8415f619ab37" providerId="ADAL" clId="{CE51307C-BDDD-4E2B-A699-D057AAA5FE04}" dt="2021-09-08T13:36:06.580" v="248" actId="20577"/>
          <ac:spMkLst>
            <pc:docMk/>
            <pc:sldMk cId="3409459978" sldId="276"/>
            <ac:spMk id="2" creationId="{7F448CAC-0F05-4D0A-815D-B181216B3C2F}"/>
          </ac:spMkLst>
        </pc:spChg>
      </pc:sldChg>
      <pc:sldChg chg="modSp mod">
        <pc:chgData name="Owusu-Sampah, Nicholas - US" userId="1439324a-984a-4c8a-9a42-8415f619ab37" providerId="ADAL" clId="{CE51307C-BDDD-4E2B-A699-D057AAA5FE04}" dt="2021-09-08T13:30:49.416" v="9" actId="122"/>
        <pc:sldMkLst>
          <pc:docMk/>
          <pc:sldMk cId="1165326533" sldId="278"/>
        </pc:sldMkLst>
        <pc:spChg chg="mod">
          <ac:chgData name="Owusu-Sampah, Nicholas - US" userId="1439324a-984a-4c8a-9a42-8415f619ab37" providerId="ADAL" clId="{CE51307C-BDDD-4E2B-A699-D057AAA5FE04}" dt="2021-09-08T13:30:49.416" v="9" actId="122"/>
          <ac:spMkLst>
            <pc:docMk/>
            <pc:sldMk cId="1165326533" sldId="278"/>
            <ac:spMk id="2" creationId="{F12D133F-B75E-4252-8927-907874AACC5A}"/>
          </ac:spMkLst>
        </pc:spChg>
      </pc:sldChg>
      <pc:sldChg chg="modSp mod">
        <pc:chgData name="Owusu-Sampah, Nicholas - US" userId="1439324a-984a-4c8a-9a42-8415f619ab37" providerId="ADAL" clId="{CE51307C-BDDD-4E2B-A699-D057AAA5FE04}" dt="2021-09-08T13:31:09.209" v="38" actId="122"/>
        <pc:sldMkLst>
          <pc:docMk/>
          <pc:sldMk cId="1660859739" sldId="279"/>
        </pc:sldMkLst>
        <pc:spChg chg="mod">
          <ac:chgData name="Owusu-Sampah, Nicholas - US" userId="1439324a-984a-4c8a-9a42-8415f619ab37" providerId="ADAL" clId="{CE51307C-BDDD-4E2B-A699-D057AAA5FE04}" dt="2021-09-08T13:31:09.209" v="38" actId="122"/>
          <ac:spMkLst>
            <pc:docMk/>
            <pc:sldMk cId="1660859739" sldId="279"/>
            <ac:spMk id="2" creationId="{251A8E84-498F-436F-8FA0-4F2829733CD0}"/>
          </ac:spMkLst>
        </pc:spChg>
      </pc:sldChg>
      <pc:sldChg chg="modSp mod">
        <pc:chgData name="Owusu-Sampah, Nicholas - US" userId="1439324a-984a-4c8a-9a42-8415f619ab37" providerId="ADAL" clId="{CE51307C-BDDD-4E2B-A699-D057AAA5FE04}" dt="2021-09-08T13:31:47.850" v="52" actId="20577"/>
        <pc:sldMkLst>
          <pc:docMk/>
          <pc:sldMk cId="770897970" sldId="281"/>
        </pc:sldMkLst>
        <pc:spChg chg="mod">
          <ac:chgData name="Owusu-Sampah, Nicholas - US" userId="1439324a-984a-4c8a-9a42-8415f619ab37" providerId="ADAL" clId="{CE51307C-BDDD-4E2B-A699-D057AAA5FE04}" dt="2021-09-08T13:31:47.850" v="52" actId="20577"/>
          <ac:spMkLst>
            <pc:docMk/>
            <pc:sldMk cId="770897970" sldId="281"/>
            <ac:spMk id="2" creationId="{E09CDF72-3DFF-467B-8C5D-D43BA379082A}"/>
          </ac:spMkLst>
        </pc:spChg>
      </pc:sldChg>
      <pc:sldChg chg="modSp mod">
        <pc:chgData name="Owusu-Sampah, Nicholas - US" userId="1439324a-984a-4c8a-9a42-8415f619ab37" providerId="ADAL" clId="{CE51307C-BDDD-4E2B-A699-D057AAA5FE04}" dt="2021-09-08T13:33:09.524" v="88" actId="20577"/>
        <pc:sldMkLst>
          <pc:docMk/>
          <pc:sldMk cId="1083113776" sldId="282"/>
        </pc:sldMkLst>
        <pc:spChg chg="mod">
          <ac:chgData name="Owusu-Sampah, Nicholas - US" userId="1439324a-984a-4c8a-9a42-8415f619ab37" providerId="ADAL" clId="{CE51307C-BDDD-4E2B-A699-D057AAA5FE04}" dt="2021-09-08T13:33:09.524" v="88" actId="20577"/>
          <ac:spMkLst>
            <pc:docMk/>
            <pc:sldMk cId="1083113776" sldId="282"/>
            <ac:spMk id="2" creationId="{923CBBF0-0679-440F-940A-CC2BAB6751CE}"/>
          </ac:spMkLst>
        </pc:spChg>
      </pc:sldChg>
      <pc:sldChg chg="modSp mod">
        <pc:chgData name="Owusu-Sampah, Nicholas - US" userId="1439324a-984a-4c8a-9a42-8415f619ab37" providerId="ADAL" clId="{CE51307C-BDDD-4E2B-A699-D057AAA5FE04}" dt="2021-09-08T13:34:15.279" v="188" actId="33524"/>
        <pc:sldMkLst>
          <pc:docMk/>
          <pc:sldMk cId="1996610523" sldId="283"/>
        </pc:sldMkLst>
        <pc:spChg chg="mod">
          <ac:chgData name="Owusu-Sampah, Nicholas - US" userId="1439324a-984a-4c8a-9a42-8415f619ab37" providerId="ADAL" clId="{CE51307C-BDDD-4E2B-A699-D057AAA5FE04}" dt="2021-09-08T13:34:15.279" v="188" actId="33524"/>
          <ac:spMkLst>
            <pc:docMk/>
            <pc:sldMk cId="1996610523" sldId="283"/>
            <ac:spMk id="3" creationId="{5164D3F3-89F6-4F02-853A-A862410A11AC}"/>
          </ac:spMkLst>
        </pc:spChg>
      </pc:sldChg>
      <pc:sldChg chg="modSp mod">
        <pc:chgData name="Owusu-Sampah, Nicholas - US" userId="1439324a-984a-4c8a-9a42-8415f619ab37" providerId="ADAL" clId="{CE51307C-BDDD-4E2B-A699-D057AAA5FE04}" dt="2021-09-08T13:34:34.314" v="196" actId="122"/>
        <pc:sldMkLst>
          <pc:docMk/>
          <pc:sldMk cId="1971782950" sldId="284"/>
        </pc:sldMkLst>
        <pc:spChg chg="mod">
          <ac:chgData name="Owusu-Sampah, Nicholas - US" userId="1439324a-984a-4c8a-9a42-8415f619ab37" providerId="ADAL" clId="{CE51307C-BDDD-4E2B-A699-D057AAA5FE04}" dt="2021-09-08T13:34:34.314" v="196" actId="122"/>
          <ac:spMkLst>
            <pc:docMk/>
            <pc:sldMk cId="1971782950" sldId="284"/>
            <ac:spMk id="2" creationId="{B8194FFE-AD66-4297-876E-EBF5C7A47A36}"/>
          </ac:spMkLst>
        </pc:spChg>
      </pc:sldChg>
      <pc:sldChg chg="modSp mod">
        <pc:chgData name="Owusu-Sampah, Nicholas - US" userId="1439324a-984a-4c8a-9a42-8415f619ab37" providerId="ADAL" clId="{CE51307C-BDDD-4E2B-A699-D057AAA5FE04}" dt="2021-09-08T13:32:24.058" v="62" actId="122"/>
        <pc:sldMkLst>
          <pc:docMk/>
          <pc:sldMk cId="2656346122" sldId="285"/>
        </pc:sldMkLst>
        <pc:spChg chg="mod">
          <ac:chgData name="Owusu-Sampah, Nicholas - US" userId="1439324a-984a-4c8a-9a42-8415f619ab37" providerId="ADAL" clId="{CE51307C-BDDD-4E2B-A699-D057AAA5FE04}" dt="2021-09-08T13:32:24.058" v="62" actId="122"/>
          <ac:spMkLst>
            <pc:docMk/>
            <pc:sldMk cId="2656346122" sldId="285"/>
            <ac:spMk id="2" creationId="{1943F028-AEAE-431F-AE29-0C5CC74FD31C}"/>
          </ac:spMkLst>
        </pc:spChg>
      </pc:sldChg>
      <pc:sldChg chg="modSp mod">
        <pc:chgData name="Owusu-Sampah, Nicholas - US" userId="1439324a-984a-4c8a-9a42-8415f619ab37" providerId="ADAL" clId="{CE51307C-BDDD-4E2B-A699-D057AAA5FE04}" dt="2021-09-08T13:34:57.028" v="212" actId="20577"/>
        <pc:sldMkLst>
          <pc:docMk/>
          <pc:sldMk cId="2192512605" sldId="286"/>
        </pc:sldMkLst>
        <pc:spChg chg="mod">
          <ac:chgData name="Owusu-Sampah, Nicholas - US" userId="1439324a-984a-4c8a-9a42-8415f619ab37" providerId="ADAL" clId="{CE51307C-BDDD-4E2B-A699-D057AAA5FE04}" dt="2021-09-08T13:34:57.028" v="212" actId="20577"/>
          <ac:spMkLst>
            <pc:docMk/>
            <pc:sldMk cId="2192512605" sldId="286"/>
            <ac:spMk id="2" creationId="{40105351-D8AD-4E4A-A607-7E9EEDA3C2A1}"/>
          </ac:spMkLst>
        </pc:spChg>
      </pc:sldChg>
      <pc:sldChg chg="modSp mod">
        <pc:chgData name="Owusu-Sampah, Nicholas - US" userId="1439324a-984a-4c8a-9a42-8415f619ab37" providerId="ADAL" clId="{CE51307C-BDDD-4E2B-A699-D057AAA5FE04}" dt="2021-09-08T13:35:03.882" v="213" actId="313"/>
        <pc:sldMkLst>
          <pc:docMk/>
          <pc:sldMk cId="3811036955" sldId="287"/>
        </pc:sldMkLst>
        <pc:spChg chg="mod">
          <ac:chgData name="Owusu-Sampah, Nicholas - US" userId="1439324a-984a-4c8a-9a42-8415f619ab37" providerId="ADAL" clId="{CE51307C-BDDD-4E2B-A699-D057AAA5FE04}" dt="2021-09-08T13:35:03.882" v="213" actId="313"/>
          <ac:spMkLst>
            <pc:docMk/>
            <pc:sldMk cId="3811036955" sldId="287"/>
            <ac:spMk id="3" creationId="{58B770EB-0249-40D0-9B4E-5C2EF356CBD3}"/>
          </ac:spMkLst>
        </pc:spChg>
      </pc:sldChg>
      <pc:sldChg chg="modSp mod">
        <pc:chgData name="Owusu-Sampah, Nicholas - US" userId="1439324a-984a-4c8a-9a42-8415f619ab37" providerId="ADAL" clId="{CE51307C-BDDD-4E2B-A699-D057AAA5FE04}" dt="2021-09-08T13:35:34.818" v="227" actId="20577"/>
        <pc:sldMkLst>
          <pc:docMk/>
          <pc:sldMk cId="2357751765" sldId="288"/>
        </pc:sldMkLst>
        <pc:spChg chg="mod">
          <ac:chgData name="Owusu-Sampah, Nicholas - US" userId="1439324a-984a-4c8a-9a42-8415f619ab37" providerId="ADAL" clId="{CE51307C-BDDD-4E2B-A699-D057AAA5FE04}" dt="2021-09-08T13:35:34.818" v="227" actId="20577"/>
          <ac:spMkLst>
            <pc:docMk/>
            <pc:sldMk cId="2357751765" sldId="288"/>
            <ac:spMk id="2" creationId="{12AD7293-7ED9-49EA-B7A2-DCD9FBFD6D2B}"/>
          </ac:spMkLst>
        </pc:spChg>
      </pc:sldChg>
      <pc:sldChg chg="modSp mod">
        <pc:chgData name="Owusu-Sampah, Nicholas - US" userId="1439324a-984a-4c8a-9a42-8415f619ab37" providerId="ADAL" clId="{CE51307C-BDDD-4E2B-A699-D057AAA5FE04}" dt="2021-09-08T13:35:39.572" v="229" actId="20577"/>
        <pc:sldMkLst>
          <pc:docMk/>
          <pc:sldMk cId="1281010755" sldId="289"/>
        </pc:sldMkLst>
        <pc:spChg chg="mod">
          <ac:chgData name="Owusu-Sampah, Nicholas - US" userId="1439324a-984a-4c8a-9a42-8415f619ab37" providerId="ADAL" clId="{CE51307C-BDDD-4E2B-A699-D057AAA5FE04}" dt="2021-09-08T13:35:39.572" v="229" actId="20577"/>
          <ac:spMkLst>
            <pc:docMk/>
            <pc:sldMk cId="1281010755" sldId="289"/>
            <ac:spMk id="2" creationId="{60E0C3A8-3EA5-45E7-AB0B-94068310F356}"/>
          </ac:spMkLst>
        </pc:spChg>
      </pc:sldChg>
      <pc:sldChg chg="modSp mod">
        <pc:chgData name="Owusu-Sampah, Nicholas - US" userId="1439324a-984a-4c8a-9a42-8415f619ab37" providerId="ADAL" clId="{CE51307C-BDDD-4E2B-A699-D057AAA5FE04}" dt="2021-09-08T13:36:28.252" v="249" actId="122"/>
        <pc:sldMkLst>
          <pc:docMk/>
          <pc:sldMk cId="4072304943" sldId="290"/>
        </pc:sldMkLst>
        <pc:spChg chg="mod">
          <ac:chgData name="Owusu-Sampah, Nicholas - US" userId="1439324a-984a-4c8a-9a42-8415f619ab37" providerId="ADAL" clId="{CE51307C-BDDD-4E2B-A699-D057AAA5FE04}" dt="2021-09-08T13:36:28.252" v="249" actId="122"/>
          <ac:spMkLst>
            <pc:docMk/>
            <pc:sldMk cId="4072304943" sldId="290"/>
            <ac:spMk id="2" creationId="{F556F160-E1D2-493B-AA7F-3D72EB8791BB}"/>
          </ac:spMkLst>
        </pc:spChg>
      </pc:sldChg>
      <pc:sldChg chg="modSp mod">
        <pc:chgData name="Owusu-Sampah, Nicholas - US" userId="1439324a-984a-4c8a-9a42-8415f619ab37" providerId="ADAL" clId="{CE51307C-BDDD-4E2B-A699-D057AAA5FE04}" dt="2021-09-08T13:37:13.643" v="264" actId="20577"/>
        <pc:sldMkLst>
          <pc:docMk/>
          <pc:sldMk cId="2614002378" sldId="291"/>
        </pc:sldMkLst>
        <pc:spChg chg="mod">
          <ac:chgData name="Owusu-Sampah, Nicholas - US" userId="1439324a-984a-4c8a-9a42-8415f619ab37" providerId="ADAL" clId="{CE51307C-BDDD-4E2B-A699-D057AAA5FE04}" dt="2021-09-08T13:36:32.498" v="250" actId="122"/>
          <ac:spMkLst>
            <pc:docMk/>
            <pc:sldMk cId="2614002378" sldId="291"/>
            <ac:spMk id="2" creationId="{E7427DD5-C6AF-49F6-8939-868A3EBC9664}"/>
          </ac:spMkLst>
        </pc:spChg>
        <pc:spChg chg="mod">
          <ac:chgData name="Owusu-Sampah, Nicholas - US" userId="1439324a-984a-4c8a-9a42-8415f619ab37" providerId="ADAL" clId="{CE51307C-BDDD-4E2B-A699-D057AAA5FE04}" dt="2021-09-08T13:37:13.643" v="264" actId="20577"/>
          <ac:spMkLst>
            <pc:docMk/>
            <pc:sldMk cId="2614002378" sldId="291"/>
            <ac:spMk id="3" creationId="{422899F1-36D8-464B-9426-8A47141557F4}"/>
          </ac:spMkLst>
        </pc:spChg>
      </pc:sldChg>
      <pc:sldChg chg="modSp mod">
        <pc:chgData name="Owusu-Sampah, Nicholas - US" userId="1439324a-984a-4c8a-9a42-8415f619ab37" providerId="ADAL" clId="{CE51307C-BDDD-4E2B-A699-D057AAA5FE04}" dt="2021-09-08T13:30:45.658" v="8" actId="122"/>
        <pc:sldMkLst>
          <pc:docMk/>
          <pc:sldMk cId="1345770245" sldId="294"/>
        </pc:sldMkLst>
        <pc:spChg chg="mod">
          <ac:chgData name="Owusu-Sampah, Nicholas - US" userId="1439324a-984a-4c8a-9a42-8415f619ab37" providerId="ADAL" clId="{CE51307C-BDDD-4E2B-A699-D057AAA5FE04}" dt="2021-09-08T13:30:45.658" v="8" actId="122"/>
          <ac:spMkLst>
            <pc:docMk/>
            <pc:sldMk cId="1345770245" sldId="294"/>
            <ac:spMk id="2" creationId="{D58CE7FD-83BD-411C-B6D4-DC839472D5C6}"/>
          </ac:spMkLst>
        </pc:spChg>
      </pc:sldChg>
      <pc:sldChg chg="modSp mod">
        <pc:chgData name="Owusu-Sampah, Nicholas - US" userId="1439324a-984a-4c8a-9a42-8415f619ab37" providerId="ADAL" clId="{CE51307C-BDDD-4E2B-A699-D057AAA5FE04}" dt="2021-09-10T16:33:55.392" v="265" actId="1076"/>
        <pc:sldMkLst>
          <pc:docMk/>
          <pc:sldMk cId="3131931526" sldId="295"/>
        </pc:sldMkLst>
        <pc:picChg chg="mod">
          <ac:chgData name="Owusu-Sampah, Nicholas - US" userId="1439324a-984a-4c8a-9a42-8415f619ab37" providerId="ADAL" clId="{CE51307C-BDDD-4E2B-A699-D057AAA5FE04}" dt="2021-09-10T16:33:55.392" v="265" actId="1076"/>
          <ac:picMkLst>
            <pc:docMk/>
            <pc:sldMk cId="3131931526" sldId="295"/>
            <ac:picMk id="5" creationId="{FC0CFDB3-12DC-4191-903B-0395139C0E2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E48E-FE57-497C-B894-45112D48EE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C8CD71-E010-499D-90A8-DDD931E356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0B4E68-F764-4388-94BF-E2380FA09709}"/>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5" name="Footer Placeholder 4">
            <a:extLst>
              <a:ext uri="{FF2B5EF4-FFF2-40B4-BE49-F238E27FC236}">
                <a16:creationId xmlns:a16="http://schemas.microsoft.com/office/drawing/2014/main" id="{146F56AF-392C-4DED-B1E1-DB6A5FA24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11A01-880D-4E50-923C-35FCF1C2CA29}"/>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122416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7D668-0914-4ABC-9672-65C232190A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6783D6-DA96-4633-AED6-AC797C09E3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0D43D4-FB8B-45EE-B173-97195012C060}"/>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5" name="Footer Placeholder 4">
            <a:extLst>
              <a:ext uri="{FF2B5EF4-FFF2-40B4-BE49-F238E27FC236}">
                <a16:creationId xmlns:a16="http://schemas.microsoft.com/office/drawing/2014/main" id="{F650D04A-E4DE-45CF-B7FF-472DAA888E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1E2F08-333E-4796-830E-C30CC46EF150}"/>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1293809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744DC-AC13-4E3E-BD60-1EE55DDDEB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86E1A7-F9D2-4FDD-BA8D-1C2975A497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2BE735-95EC-432E-8B2C-E69CBBFBCF93}"/>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5" name="Footer Placeholder 4">
            <a:extLst>
              <a:ext uri="{FF2B5EF4-FFF2-40B4-BE49-F238E27FC236}">
                <a16:creationId xmlns:a16="http://schemas.microsoft.com/office/drawing/2014/main" id="{48F9B80D-61F8-4475-9726-63B7AA08EF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5A8623-5B82-4F21-9359-C1B546CB1912}"/>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2117986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430B0-F9E3-4F05-9464-4854CE948A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FC8909-5E8C-495D-B986-8017165A1B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DC80FF-465A-47D5-9CCF-E34E8CA5BF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9B261F-96A4-459A-95C4-A00D9A371624}"/>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6" name="Footer Placeholder 5">
            <a:extLst>
              <a:ext uri="{FF2B5EF4-FFF2-40B4-BE49-F238E27FC236}">
                <a16:creationId xmlns:a16="http://schemas.microsoft.com/office/drawing/2014/main" id="{298F5BD0-D69F-4D89-B96F-A0AC83884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D2AD3-237F-46B8-B72A-136CD8C9A61C}"/>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631485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BBF3B-E466-4797-96FF-5AC103E224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4C0210-9FB0-4F22-A9D7-7979FF240C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F813DA-374F-4D58-B94A-AFFF2BB96C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093AD4-3858-4EF7-9FA7-1032F5A6A2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00B7B7-78A7-40F3-BD25-9D947881AA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9BB84F-D6A6-4F45-8275-EACBAD3AD8A4}"/>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8" name="Footer Placeholder 7">
            <a:extLst>
              <a:ext uri="{FF2B5EF4-FFF2-40B4-BE49-F238E27FC236}">
                <a16:creationId xmlns:a16="http://schemas.microsoft.com/office/drawing/2014/main" id="{8F0C484A-2542-484C-AA8B-0EA04EEA5B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F5B49E-5D67-4EDB-BF97-A13818B266AA}"/>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302459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AA8C-EAFC-4B80-A6ED-9466D480EB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9C6197-4837-4EDC-A5AE-CA86F4266A5B}"/>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4" name="Footer Placeholder 3">
            <a:extLst>
              <a:ext uri="{FF2B5EF4-FFF2-40B4-BE49-F238E27FC236}">
                <a16:creationId xmlns:a16="http://schemas.microsoft.com/office/drawing/2014/main" id="{D73D5D3C-D934-489C-989C-A4507562AE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C5081E-408E-4611-BEF9-0DBCB6FAAFEF}"/>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1692551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AF704A-9B5A-406E-9EEA-35B9D51D58F0}"/>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3" name="Footer Placeholder 2">
            <a:extLst>
              <a:ext uri="{FF2B5EF4-FFF2-40B4-BE49-F238E27FC236}">
                <a16:creationId xmlns:a16="http://schemas.microsoft.com/office/drawing/2014/main" id="{AF4F3383-E88D-4D9B-8A85-7F8624CFBF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82AAC3-BDEB-44F7-88A3-474BF9581AE0}"/>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3242812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51D11-6E85-4B62-9E8B-ECB15215C0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B78D8C-5C4B-48CF-BAF3-5944E3756F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35FF0D-4193-4397-9B3E-9559AB3F79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0D5891-821E-4827-90BE-08EDF9A14C7A}"/>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6" name="Footer Placeholder 5">
            <a:extLst>
              <a:ext uri="{FF2B5EF4-FFF2-40B4-BE49-F238E27FC236}">
                <a16:creationId xmlns:a16="http://schemas.microsoft.com/office/drawing/2014/main" id="{492A10C5-3371-4502-AFD1-0CD165520B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E04016-A4AB-426B-A87F-C181C7CF212B}"/>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2521163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059F-EC31-43F8-AC5B-E3FACF039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8672F8-82C5-4F42-80DA-094E60F0FE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2EABB5-9C17-446D-8FB5-F0D1847E3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D968B3-0E83-456D-97C0-C91BE719C568}"/>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6" name="Footer Placeholder 5">
            <a:extLst>
              <a:ext uri="{FF2B5EF4-FFF2-40B4-BE49-F238E27FC236}">
                <a16:creationId xmlns:a16="http://schemas.microsoft.com/office/drawing/2014/main" id="{9756C4B9-4969-45A6-9455-7444D5690B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A01EFB-5B3A-4A44-86D5-3B89C0B6E464}"/>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2046238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3092-38F5-456A-8BA8-E3C07F2059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C666A2-FE3B-41F5-8202-EB84BA50AC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E11B31-43DF-4DC4-9777-AE084FFF5945}"/>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5" name="Footer Placeholder 4">
            <a:extLst>
              <a:ext uri="{FF2B5EF4-FFF2-40B4-BE49-F238E27FC236}">
                <a16:creationId xmlns:a16="http://schemas.microsoft.com/office/drawing/2014/main" id="{5C1BCC64-3B89-4BE0-B1BD-C3BDB129DB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715BC-7475-4B59-87B8-D047C3497202}"/>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64385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271258-5866-47CB-9FB3-937C6A0B92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E56FF7-B6A4-4371-93E4-9C76773041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8555E6-84C7-4D5E-A04E-039B38B0C1E9}"/>
              </a:ext>
            </a:extLst>
          </p:cNvPr>
          <p:cNvSpPr>
            <a:spLocks noGrp="1"/>
          </p:cNvSpPr>
          <p:nvPr>
            <p:ph type="dt" sz="half" idx="10"/>
          </p:nvPr>
        </p:nvSpPr>
        <p:spPr/>
        <p:txBody>
          <a:bodyPr/>
          <a:lstStyle/>
          <a:p>
            <a:fld id="{B837DAD0-8B63-4AF4-AD16-71F7AF7737D8}" type="datetimeFigureOut">
              <a:rPr lang="en-US" smtClean="0"/>
              <a:t>9/8/2021</a:t>
            </a:fld>
            <a:endParaRPr lang="en-US"/>
          </a:p>
        </p:txBody>
      </p:sp>
      <p:sp>
        <p:nvSpPr>
          <p:cNvPr id="5" name="Footer Placeholder 4">
            <a:extLst>
              <a:ext uri="{FF2B5EF4-FFF2-40B4-BE49-F238E27FC236}">
                <a16:creationId xmlns:a16="http://schemas.microsoft.com/office/drawing/2014/main" id="{275D2BC9-C43A-4E79-8FF7-EC4F0A66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C07D4-621E-41B8-849E-3497FD260F20}"/>
              </a:ext>
            </a:extLst>
          </p:cNvPr>
          <p:cNvSpPr>
            <a:spLocks noGrp="1"/>
          </p:cNvSpPr>
          <p:nvPr>
            <p:ph type="sldNum" sz="quarter" idx="12"/>
          </p:nvPr>
        </p:nvSpPr>
        <p:spPr/>
        <p:txBody>
          <a:bodyPr/>
          <a:lstStyle/>
          <a:p>
            <a:fld id="{9228F902-8D9C-4562-9B78-A37423BB8D59}" type="slidenum">
              <a:rPr lang="en-US" smtClean="0"/>
              <a:t>‹#›</a:t>
            </a:fld>
            <a:endParaRPr lang="en-US"/>
          </a:p>
        </p:txBody>
      </p:sp>
    </p:spTree>
    <p:extLst>
      <p:ext uri="{BB962C8B-B14F-4D97-AF65-F5344CB8AC3E}">
        <p14:creationId xmlns:p14="http://schemas.microsoft.com/office/powerpoint/2010/main" val="163121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EB40FA-2895-409E-A565-394DF07DD3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95792A-125B-4C04-B224-05F30A4075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088DE-A326-4370-AC9C-3A580EF596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7DAD0-8B63-4AF4-AD16-71F7AF7737D8}" type="datetimeFigureOut">
              <a:rPr lang="en-US" smtClean="0"/>
              <a:t>9/8/2021</a:t>
            </a:fld>
            <a:endParaRPr lang="en-US"/>
          </a:p>
        </p:txBody>
      </p:sp>
      <p:sp>
        <p:nvSpPr>
          <p:cNvPr id="5" name="Footer Placeholder 4">
            <a:extLst>
              <a:ext uri="{FF2B5EF4-FFF2-40B4-BE49-F238E27FC236}">
                <a16:creationId xmlns:a16="http://schemas.microsoft.com/office/drawing/2014/main" id="{625BCD4A-B2CD-4592-AEA1-77E5A656D3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82D71D-3753-492B-8443-3306056A6D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28F902-8D9C-4562-9B78-A37423BB8D59}" type="slidenum">
              <a:rPr lang="en-US" smtClean="0"/>
              <a:t>‹#›</a:t>
            </a:fld>
            <a:endParaRPr lang="en-US"/>
          </a:p>
        </p:txBody>
      </p:sp>
    </p:spTree>
    <p:extLst>
      <p:ext uri="{BB962C8B-B14F-4D97-AF65-F5344CB8AC3E}">
        <p14:creationId xmlns:p14="http://schemas.microsoft.com/office/powerpoint/2010/main" val="2924538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mailto:nicholas.sampah@caci.co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bitbucket.org/wbscm/ifms-web/src/maste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B91D6-6CF7-421D-A2F1-E1BA8FD59F69}"/>
              </a:ext>
            </a:extLst>
          </p:cNvPr>
          <p:cNvSpPr>
            <a:spLocks noGrp="1"/>
          </p:cNvSpPr>
          <p:nvPr>
            <p:ph type="title"/>
          </p:nvPr>
        </p:nvSpPr>
        <p:spPr/>
        <p:txBody>
          <a:bodyPr/>
          <a:lstStyle/>
          <a:p>
            <a:pPr algn="ctr"/>
            <a:r>
              <a:rPr lang="en-US" dirty="0"/>
              <a:t>IFMS Source Code Management Strategy v.1</a:t>
            </a:r>
          </a:p>
        </p:txBody>
      </p:sp>
      <p:pic>
        <p:nvPicPr>
          <p:cNvPr id="5" name="Content Placeholder 4" descr="Logo, company name&#10;&#10;Description automatically generated">
            <a:extLst>
              <a:ext uri="{FF2B5EF4-FFF2-40B4-BE49-F238E27FC236}">
                <a16:creationId xmlns:a16="http://schemas.microsoft.com/office/drawing/2014/main" id="{7E5324EF-BBAD-4808-A761-7E6F7AF314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24437" y="1739179"/>
            <a:ext cx="2143125" cy="2143125"/>
          </a:xfrm>
        </p:spPr>
      </p:pic>
      <p:pic>
        <p:nvPicPr>
          <p:cNvPr id="7" name="Picture 6" descr="Logo, company name&#10;&#10;Description automatically generated">
            <a:extLst>
              <a:ext uri="{FF2B5EF4-FFF2-40B4-BE49-F238E27FC236}">
                <a16:creationId xmlns:a16="http://schemas.microsoft.com/office/drawing/2014/main" id="{3099F313-8305-4C04-AAD4-01353A00F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6674" y="3930795"/>
            <a:ext cx="9278649" cy="2975263"/>
          </a:xfrm>
          <a:prstGeom prst="rect">
            <a:avLst/>
          </a:prstGeom>
        </p:spPr>
      </p:pic>
      <p:sp>
        <p:nvSpPr>
          <p:cNvPr id="9" name="Plus Sign 8">
            <a:extLst>
              <a:ext uri="{FF2B5EF4-FFF2-40B4-BE49-F238E27FC236}">
                <a16:creationId xmlns:a16="http://schemas.microsoft.com/office/drawing/2014/main" id="{AB990DA8-27AF-4A0C-BA5C-F4C05620E0DD}"/>
              </a:ext>
            </a:extLst>
          </p:cNvPr>
          <p:cNvSpPr/>
          <p:nvPr/>
        </p:nvSpPr>
        <p:spPr>
          <a:xfrm>
            <a:off x="5560216" y="3774333"/>
            <a:ext cx="1071563" cy="972766"/>
          </a:xfrm>
          <a:prstGeom prst="mathPlus">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604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2484B-D72E-4DE9-9670-999490B8A08C}"/>
              </a:ext>
            </a:extLst>
          </p:cNvPr>
          <p:cNvSpPr>
            <a:spLocks noGrp="1"/>
          </p:cNvSpPr>
          <p:nvPr>
            <p:ph type="title"/>
          </p:nvPr>
        </p:nvSpPr>
        <p:spPr/>
        <p:txBody>
          <a:bodyPr/>
          <a:lstStyle/>
          <a:p>
            <a:pPr algn="ctr"/>
            <a:r>
              <a:rPr lang="en-US" dirty="0"/>
              <a:t>Introduction</a:t>
            </a:r>
          </a:p>
        </p:txBody>
      </p:sp>
      <p:sp>
        <p:nvSpPr>
          <p:cNvPr id="3" name="Content Placeholder 2">
            <a:extLst>
              <a:ext uri="{FF2B5EF4-FFF2-40B4-BE49-F238E27FC236}">
                <a16:creationId xmlns:a16="http://schemas.microsoft.com/office/drawing/2014/main" id="{2102092A-3B52-4C1E-BEB9-BF04E2DD6298}"/>
              </a:ext>
            </a:extLst>
          </p:cNvPr>
          <p:cNvSpPr>
            <a:spLocks noGrp="1"/>
          </p:cNvSpPr>
          <p:nvPr>
            <p:ph idx="1"/>
          </p:nvPr>
        </p:nvSpPr>
        <p:spPr/>
        <p:txBody>
          <a:bodyPr/>
          <a:lstStyle/>
          <a:p>
            <a:r>
              <a:rPr lang="en-US" dirty="0"/>
              <a:t>This presentation is to discuss the implementation of the </a:t>
            </a:r>
            <a:r>
              <a:rPr lang="en-US" dirty="0" err="1"/>
              <a:t>gitflow</a:t>
            </a:r>
            <a:r>
              <a:rPr lang="en-US" dirty="0"/>
              <a:t> process development model, how it works, and why we must proceed with this method of development</a:t>
            </a:r>
          </a:p>
        </p:txBody>
      </p:sp>
    </p:spTree>
    <p:extLst>
      <p:ext uri="{BB962C8B-B14F-4D97-AF65-F5344CB8AC3E}">
        <p14:creationId xmlns:p14="http://schemas.microsoft.com/office/powerpoint/2010/main" val="546243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F575E-26A7-42FA-92B3-69F7DA49875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C0CFDB3-12DC-4191-903B-0395139C0E2D}"/>
              </a:ext>
            </a:extLst>
          </p:cNvPr>
          <p:cNvPicPr>
            <a:picLocks noGrp="1" noChangeAspect="1"/>
          </p:cNvPicPr>
          <p:nvPr>
            <p:ph idx="1"/>
          </p:nvPr>
        </p:nvPicPr>
        <p:blipFill>
          <a:blip r:embed="rId2"/>
          <a:stretch>
            <a:fillRect/>
          </a:stretch>
        </p:blipFill>
        <p:spPr>
          <a:xfrm>
            <a:off x="609600" y="88635"/>
            <a:ext cx="10744200" cy="6333218"/>
          </a:xfrm>
        </p:spPr>
      </p:pic>
    </p:spTree>
    <p:extLst>
      <p:ext uri="{BB962C8B-B14F-4D97-AF65-F5344CB8AC3E}">
        <p14:creationId xmlns:p14="http://schemas.microsoft.com/office/powerpoint/2010/main" val="3131931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E7FD-83BD-411C-B6D4-DC839472D5C6}"/>
              </a:ext>
            </a:extLst>
          </p:cNvPr>
          <p:cNvSpPr>
            <a:spLocks noGrp="1"/>
          </p:cNvSpPr>
          <p:nvPr>
            <p:ph type="title"/>
          </p:nvPr>
        </p:nvSpPr>
        <p:spPr/>
        <p:txBody>
          <a:bodyPr/>
          <a:lstStyle/>
          <a:p>
            <a:pPr algn="ctr"/>
            <a:r>
              <a:rPr lang="en-US" dirty="0"/>
              <a:t>Tools</a:t>
            </a:r>
          </a:p>
        </p:txBody>
      </p:sp>
      <p:sp>
        <p:nvSpPr>
          <p:cNvPr id="3" name="Content Placeholder 2">
            <a:extLst>
              <a:ext uri="{FF2B5EF4-FFF2-40B4-BE49-F238E27FC236}">
                <a16:creationId xmlns:a16="http://schemas.microsoft.com/office/drawing/2014/main" id="{95A16758-837B-40F7-88DF-B99AB4F89287}"/>
              </a:ext>
            </a:extLst>
          </p:cNvPr>
          <p:cNvSpPr>
            <a:spLocks noGrp="1"/>
          </p:cNvSpPr>
          <p:nvPr>
            <p:ph idx="1"/>
          </p:nvPr>
        </p:nvSpPr>
        <p:spPr>
          <a:xfrm>
            <a:off x="838200" y="1825625"/>
            <a:ext cx="8450943" cy="4351338"/>
          </a:xfrm>
        </p:spPr>
        <p:txBody>
          <a:bodyPr/>
          <a:lstStyle/>
          <a:p>
            <a:pPr marL="0" indent="0">
              <a:buNone/>
            </a:pPr>
            <a:r>
              <a:rPr lang="en-US" dirty="0"/>
              <a:t>Please see the pre-requisite tools necessary to facilitate this task</a:t>
            </a:r>
          </a:p>
          <a:p>
            <a:endParaRPr lang="en-US" dirty="0"/>
          </a:p>
          <a:p>
            <a:endParaRPr lang="en-US" dirty="0"/>
          </a:p>
          <a:p>
            <a:r>
              <a:rPr lang="en-US" dirty="0" err="1"/>
              <a:t>Vscode</a:t>
            </a:r>
            <a:endParaRPr lang="en-US" dirty="0"/>
          </a:p>
          <a:p>
            <a:r>
              <a:rPr lang="en-US" dirty="0"/>
              <a:t>Atlassian Cloud account with Bitbucket Access</a:t>
            </a:r>
          </a:p>
          <a:p>
            <a:pPr lvl="1"/>
            <a:r>
              <a:rPr lang="en-US" dirty="0"/>
              <a:t>Should be integrated with your Jira access. If there are any issues logging into bitbucket please reach out to </a:t>
            </a:r>
            <a:r>
              <a:rPr lang="en-US" dirty="0">
                <a:hlinkClick r:id="rId2"/>
              </a:rPr>
              <a:t>nicholas.sampah@caci.com</a:t>
            </a:r>
            <a:endParaRPr lang="en-US" dirty="0"/>
          </a:p>
          <a:p>
            <a:pPr lvl="1"/>
            <a:endParaRPr lang="en-US" dirty="0"/>
          </a:p>
        </p:txBody>
      </p:sp>
      <p:pic>
        <p:nvPicPr>
          <p:cNvPr id="5" name="Picture 4">
            <a:extLst>
              <a:ext uri="{FF2B5EF4-FFF2-40B4-BE49-F238E27FC236}">
                <a16:creationId xmlns:a16="http://schemas.microsoft.com/office/drawing/2014/main" id="{E225A672-DD00-4B22-923C-F7DED646E13C}"/>
              </a:ext>
            </a:extLst>
          </p:cNvPr>
          <p:cNvPicPr>
            <a:picLocks noChangeAspect="1"/>
          </p:cNvPicPr>
          <p:nvPr/>
        </p:nvPicPr>
        <p:blipFill>
          <a:blip r:embed="rId3"/>
          <a:stretch>
            <a:fillRect/>
          </a:stretch>
        </p:blipFill>
        <p:spPr>
          <a:xfrm>
            <a:off x="9734550" y="1825625"/>
            <a:ext cx="1619250" cy="1695450"/>
          </a:xfrm>
          <a:prstGeom prst="rect">
            <a:avLst/>
          </a:prstGeom>
        </p:spPr>
      </p:pic>
      <p:pic>
        <p:nvPicPr>
          <p:cNvPr id="7" name="Picture 6">
            <a:extLst>
              <a:ext uri="{FF2B5EF4-FFF2-40B4-BE49-F238E27FC236}">
                <a16:creationId xmlns:a16="http://schemas.microsoft.com/office/drawing/2014/main" id="{B97C9FE5-9265-44E8-B742-FA667546E192}"/>
              </a:ext>
            </a:extLst>
          </p:cNvPr>
          <p:cNvPicPr>
            <a:picLocks noChangeAspect="1"/>
          </p:cNvPicPr>
          <p:nvPr/>
        </p:nvPicPr>
        <p:blipFill>
          <a:blip r:embed="rId4"/>
          <a:stretch>
            <a:fillRect/>
          </a:stretch>
        </p:blipFill>
        <p:spPr>
          <a:xfrm>
            <a:off x="9329737" y="4569959"/>
            <a:ext cx="2428875" cy="1724025"/>
          </a:xfrm>
          <a:prstGeom prst="rect">
            <a:avLst/>
          </a:prstGeom>
        </p:spPr>
      </p:pic>
    </p:spTree>
    <p:extLst>
      <p:ext uri="{BB962C8B-B14F-4D97-AF65-F5344CB8AC3E}">
        <p14:creationId xmlns:p14="http://schemas.microsoft.com/office/powerpoint/2010/main" val="1345770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D133F-B75E-4252-8927-907874AACC5A}"/>
              </a:ext>
            </a:extLst>
          </p:cNvPr>
          <p:cNvSpPr>
            <a:spLocks noGrp="1"/>
          </p:cNvSpPr>
          <p:nvPr>
            <p:ph type="title"/>
          </p:nvPr>
        </p:nvSpPr>
        <p:spPr/>
        <p:txBody>
          <a:bodyPr/>
          <a:lstStyle/>
          <a:p>
            <a:pPr algn="ctr"/>
            <a:r>
              <a:rPr lang="en-US" dirty="0"/>
              <a:t>Open bash terminal in </a:t>
            </a:r>
            <a:r>
              <a:rPr lang="en-US" dirty="0" err="1"/>
              <a:t>vscode</a:t>
            </a:r>
            <a:endParaRPr lang="en-US" dirty="0"/>
          </a:p>
        </p:txBody>
      </p:sp>
      <p:sp>
        <p:nvSpPr>
          <p:cNvPr id="3" name="Content Placeholder 2">
            <a:extLst>
              <a:ext uri="{FF2B5EF4-FFF2-40B4-BE49-F238E27FC236}">
                <a16:creationId xmlns:a16="http://schemas.microsoft.com/office/drawing/2014/main" id="{97A16A4C-AE5D-4F9B-8C9F-4735B7EEC3B7}"/>
              </a:ext>
            </a:extLst>
          </p:cNvPr>
          <p:cNvSpPr>
            <a:spLocks noGrp="1"/>
          </p:cNvSpPr>
          <p:nvPr>
            <p:ph idx="1"/>
          </p:nvPr>
        </p:nvSpPr>
        <p:spPr/>
        <p:txBody>
          <a:bodyPr/>
          <a:lstStyle/>
          <a:p>
            <a:r>
              <a:rPr lang="en-US" dirty="0"/>
              <a:t>CTRL + Shift + P to open the </a:t>
            </a:r>
            <a:r>
              <a:rPr lang="en-US" dirty="0" err="1"/>
              <a:t>vscode</a:t>
            </a:r>
            <a:r>
              <a:rPr lang="en-US" dirty="0"/>
              <a:t> command pallet</a:t>
            </a:r>
          </a:p>
          <a:p>
            <a:endParaRPr lang="en-US" dirty="0"/>
          </a:p>
          <a:p>
            <a:endParaRPr lang="en-US" dirty="0"/>
          </a:p>
          <a:p>
            <a:endParaRPr lang="en-US" dirty="0"/>
          </a:p>
          <a:p>
            <a:r>
              <a:rPr lang="en-US" dirty="0"/>
              <a:t>From the drop down select bash terminal</a:t>
            </a:r>
          </a:p>
          <a:p>
            <a:endParaRPr lang="en-US" dirty="0"/>
          </a:p>
        </p:txBody>
      </p:sp>
      <p:pic>
        <p:nvPicPr>
          <p:cNvPr id="5" name="Picture 4">
            <a:extLst>
              <a:ext uri="{FF2B5EF4-FFF2-40B4-BE49-F238E27FC236}">
                <a16:creationId xmlns:a16="http://schemas.microsoft.com/office/drawing/2014/main" id="{719490E7-013E-4D7B-B4C3-AB50468A8895}"/>
              </a:ext>
            </a:extLst>
          </p:cNvPr>
          <p:cNvPicPr>
            <a:picLocks noChangeAspect="1"/>
          </p:cNvPicPr>
          <p:nvPr/>
        </p:nvPicPr>
        <p:blipFill>
          <a:blip r:embed="rId2"/>
          <a:stretch>
            <a:fillRect/>
          </a:stretch>
        </p:blipFill>
        <p:spPr>
          <a:xfrm>
            <a:off x="2223407" y="2518455"/>
            <a:ext cx="5829300" cy="1095375"/>
          </a:xfrm>
          <a:prstGeom prst="rect">
            <a:avLst/>
          </a:prstGeom>
        </p:spPr>
      </p:pic>
      <p:pic>
        <p:nvPicPr>
          <p:cNvPr id="7" name="Picture 6">
            <a:extLst>
              <a:ext uri="{FF2B5EF4-FFF2-40B4-BE49-F238E27FC236}">
                <a16:creationId xmlns:a16="http://schemas.microsoft.com/office/drawing/2014/main" id="{2767EFD3-8AD5-45AD-B7B5-04B85D2EFF36}"/>
              </a:ext>
            </a:extLst>
          </p:cNvPr>
          <p:cNvPicPr>
            <a:picLocks noChangeAspect="1"/>
          </p:cNvPicPr>
          <p:nvPr/>
        </p:nvPicPr>
        <p:blipFill>
          <a:blip r:embed="rId3"/>
          <a:stretch>
            <a:fillRect/>
          </a:stretch>
        </p:blipFill>
        <p:spPr>
          <a:xfrm>
            <a:off x="838200" y="4353831"/>
            <a:ext cx="9077325" cy="2276475"/>
          </a:xfrm>
          <a:prstGeom prst="rect">
            <a:avLst/>
          </a:prstGeom>
        </p:spPr>
      </p:pic>
    </p:spTree>
    <p:extLst>
      <p:ext uri="{BB962C8B-B14F-4D97-AF65-F5344CB8AC3E}">
        <p14:creationId xmlns:p14="http://schemas.microsoft.com/office/powerpoint/2010/main" val="1165326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A8E84-498F-436F-8FA0-4F2829733CD0}"/>
              </a:ext>
            </a:extLst>
          </p:cNvPr>
          <p:cNvSpPr>
            <a:spLocks noGrp="1"/>
          </p:cNvSpPr>
          <p:nvPr>
            <p:ph type="title"/>
          </p:nvPr>
        </p:nvSpPr>
        <p:spPr/>
        <p:txBody>
          <a:bodyPr/>
          <a:lstStyle/>
          <a:p>
            <a:pPr algn="ctr"/>
            <a:r>
              <a:rPr lang="en-US" dirty="0"/>
              <a:t>Navigate to your Desktop</a:t>
            </a:r>
          </a:p>
        </p:txBody>
      </p:sp>
      <p:pic>
        <p:nvPicPr>
          <p:cNvPr id="5" name="Content Placeholder 4">
            <a:extLst>
              <a:ext uri="{FF2B5EF4-FFF2-40B4-BE49-F238E27FC236}">
                <a16:creationId xmlns:a16="http://schemas.microsoft.com/office/drawing/2014/main" id="{FE2CEB9D-3F43-4F0E-85B8-8FE3DB5A1371}"/>
              </a:ext>
            </a:extLst>
          </p:cNvPr>
          <p:cNvPicPr>
            <a:picLocks noGrp="1" noChangeAspect="1"/>
          </p:cNvPicPr>
          <p:nvPr>
            <p:ph idx="1"/>
          </p:nvPr>
        </p:nvPicPr>
        <p:blipFill>
          <a:blip r:embed="rId2"/>
          <a:stretch>
            <a:fillRect/>
          </a:stretch>
        </p:blipFill>
        <p:spPr>
          <a:xfrm>
            <a:off x="1063975" y="2119086"/>
            <a:ext cx="10088907" cy="3773713"/>
          </a:xfrm>
        </p:spPr>
      </p:pic>
    </p:spTree>
    <p:extLst>
      <p:ext uri="{BB962C8B-B14F-4D97-AF65-F5344CB8AC3E}">
        <p14:creationId xmlns:p14="http://schemas.microsoft.com/office/powerpoint/2010/main" val="1660859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D7ED-CA2D-415A-9DD2-E699935B7E6C}"/>
              </a:ext>
            </a:extLst>
          </p:cNvPr>
          <p:cNvSpPr>
            <a:spLocks noGrp="1"/>
          </p:cNvSpPr>
          <p:nvPr>
            <p:ph type="title"/>
          </p:nvPr>
        </p:nvSpPr>
        <p:spPr/>
        <p:txBody>
          <a:bodyPr/>
          <a:lstStyle/>
          <a:p>
            <a:pPr algn="ctr"/>
            <a:r>
              <a:rPr lang="en-US" dirty="0"/>
              <a:t>Create and execute into local directory</a:t>
            </a:r>
          </a:p>
        </p:txBody>
      </p:sp>
      <p:pic>
        <p:nvPicPr>
          <p:cNvPr id="5" name="Picture 4">
            <a:extLst>
              <a:ext uri="{FF2B5EF4-FFF2-40B4-BE49-F238E27FC236}">
                <a16:creationId xmlns:a16="http://schemas.microsoft.com/office/drawing/2014/main" id="{6208CD3D-BFFE-4C16-A6EE-7615B5CE4A8E}"/>
              </a:ext>
            </a:extLst>
          </p:cNvPr>
          <p:cNvPicPr>
            <a:picLocks noChangeAspect="1"/>
          </p:cNvPicPr>
          <p:nvPr/>
        </p:nvPicPr>
        <p:blipFill>
          <a:blip r:embed="rId2"/>
          <a:stretch>
            <a:fillRect/>
          </a:stretch>
        </p:blipFill>
        <p:spPr>
          <a:xfrm>
            <a:off x="1494971" y="1769657"/>
            <a:ext cx="9202058" cy="4463274"/>
          </a:xfrm>
          <a:prstGeom prst="rect">
            <a:avLst/>
          </a:prstGeom>
        </p:spPr>
      </p:pic>
    </p:spTree>
    <p:extLst>
      <p:ext uri="{BB962C8B-B14F-4D97-AF65-F5344CB8AC3E}">
        <p14:creationId xmlns:p14="http://schemas.microsoft.com/office/powerpoint/2010/main" val="338220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CB713-FE40-4CA4-84E5-1DE666E03AB3}"/>
              </a:ext>
            </a:extLst>
          </p:cNvPr>
          <p:cNvSpPr>
            <a:spLocks noGrp="1"/>
          </p:cNvSpPr>
          <p:nvPr>
            <p:ph type="title"/>
          </p:nvPr>
        </p:nvSpPr>
        <p:spPr/>
        <p:txBody>
          <a:bodyPr/>
          <a:lstStyle/>
          <a:p>
            <a:pPr algn="ctr"/>
            <a:r>
              <a:rPr lang="en-US" dirty="0"/>
              <a:t>Initialize your repository</a:t>
            </a:r>
          </a:p>
        </p:txBody>
      </p:sp>
      <p:pic>
        <p:nvPicPr>
          <p:cNvPr id="5" name="Picture 4">
            <a:extLst>
              <a:ext uri="{FF2B5EF4-FFF2-40B4-BE49-F238E27FC236}">
                <a16:creationId xmlns:a16="http://schemas.microsoft.com/office/drawing/2014/main" id="{D15C97C5-528B-4632-BEA0-ADFAB9ADC642}"/>
              </a:ext>
            </a:extLst>
          </p:cNvPr>
          <p:cNvPicPr>
            <a:picLocks noChangeAspect="1"/>
          </p:cNvPicPr>
          <p:nvPr/>
        </p:nvPicPr>
        <p:blipFill>
          <a:blip r:embed="rId2"/>
          <a:stretch>
            <a:fillRect/>
          </a:stretch>
        </p:blipFill>
        <p:spPr>
          <a:xfrm>
            <a:off x="1345124" y="2249714"/>
            <a:ext cx="9294519" cy="2975430"/>
          </a:xfrm>
          <a:prstGeom prst="rect">
            <a:avLst/>
          </a:prstGeom>
        </p:spPr>
      </p:pic>
    </p:spTree>
    <p:extLst>
      <p:ext uri="{BB962C8B-B14F-4D97-AF65-F5344CB8AC3E}">
        <p14:creationId xmlns:p14="http://schemas.microsoft.com/office/powerpoint/2010/main" val="1865704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8935E-FFCA-4FFD-B5F9-B8860C4F6AF1}"/>
              </a:ext>
            </a:extLst>
          </p:cNvPr>
          <p:cNvSpPr>
            <a:spLocks noGrp="1"/>
          </p:cNvSpPr>
          <p:nvPr>
            <p:ph type="title"/>
          </p:nvPr>
        </p:nvSpPr>
        <p:spPr/>
        <p:txBody>
          <a:bodyPr/>
          <a:lstStyle/>
          <a:p>
            <a:pPr algn="ctr"/>
            <a:r>
              <a:rPr lang="en-US" dirty="0"/>
              <a:t>Clone the IFMS Repo from Bitbucket</a:t>
            </a:r>
          </a:p>
        </p:txBody>
      </p:sp>
      <p:sp>
        <p:nvSpPr>
          <p:cNvPr id="3" name="Content Placeholder 2">
            <a:extLst>
              <a:ext uri="{FF2B5EF4-FFF2-40B4-BE49-F238E27FC236}">
                <a16:creationId xmlns:a16="http://schemas.microsoft.com/office/drawing/2014/main" id="{7262B1FF-AF24-452D-9DD2-C8431A7C65F1}"/>
              </a:ext>
            </a:extLst>
          </p:cNvPr>
          <p:cNvSpPr>
            <a:spLocks noGrp="1"/>
          </p:cNvSpPr>
          <p:nvPr>
            <p:ph idx="1"/>
          </p:nvPr>
        </p:nvSpPr>
        <p:spPr/>
        <p:txBody>
          <a:bodyPr/>
          <a:lstStyle/>
          <a:p>
            <a:r>
              <a:rPr lang="en-US" dirty="0"/>
              <a:t>Navigate to </a:t>
            </a:r>
            <a:r>
              <a:rPr lang="en-US" dirty="0">
                <a:hlinkClick r:id="rId2"/>
              </a:rPr>
              <a:t>https://bitbucket.org/wbscm/ifms-web/src/master/</a:t>
            </a:r>
            <a:r>
              <a:rPr lang="en-US" dirty="0"/>
              <a:t> and click clone</a:t>
            </a:r>
          </a:p>
          <a:p>
            <a:r>
              <a:rPr lang="en-US" dirty="0"/>
              <a:t>Copy the generated ‘git clone’ </a:t>
            </a:r>
            <a:r>
              <a:rPr lang="en-US" dirty="0" err="1"/>
              <a:t>cmd</a:t>
            </a:r>
            <a:r>
              <a:rPr lang="en-US" dirty="0"/>
              <a:t> syntax</a:t>
            </a:r>
          </a:p>
          <a:p>
            <a:endParaRPr lang="en-US" dirty="0"/>
          </a:p>
        </p:txBody>
      </p:sp>
      <p:pic>
        <p:nvPicPr>
          <p:cNvPr id="7" name="Picture 6">
            <a:extLst>
              <a:ext uri="{FF2B5EF4-FFF2-40B4-BE49-F238E27FC236}">
                <a16:creationId xmlns:a16="http://schemas.microsoft.com/office/drawing/2014/main" id="{3607F97D-F6C4-47D6-B057-5DC9C6233E23}"/>
              </a:ext>
            </a:extLst>
          </p:cNvPr>
          <p:cNvPicPr>
            <a:picLocks noChangeAspect="1"/>
          </p:cNvPicPr>
          <p:nvPr/>
        </p:nvPicPr>
        <p:blipFill>
          <a:blip r:embed="rId3"/>
          <a:stretch>
            <a:fillRect/>
          </a:stretch>
        </p:blipFill>
        <p:spPr>
          <a:xfrm>
            <a:off x="1397679" y="3265714"/>
            <a:ext cx="9077325" cy="3461657"/>
          </a:xfrm>
          <a:prstGeom prst="rect">
            <a:avLst/>
          </a:prstGeom>
        </p:spPr>
      </p:pic>
    </p:spTree>
    <p:extLst>
      <p:ext uri="{BB962C8B-B14F-4D97-AF65-F5344CB8AC3E}">
        <p14:creationId xmlns:p14="http://schemas.microsoft.com/office/powerpoint/2010/main" val="981266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47116-6E95-4970-B5B5-743C3181DD6D}"/>
              </a:ext>
            </a:extLst>
          </p:cNvPr>
          <p:cNvSpPr>
            <a:spLocks noGrp="1"/>
          </p:cNvSpPr>
          <p:nvPr>
            <p:ph type="title"/>
          </p:nvPr>
        </p:nvSpPr>
        <p:spPr/>
        <p:txBody>
          <a:bodyPr/>
          <a:lstStyle/>
          <a:p>
            <a:pPr algn="ctr"/>
            <a:r>
              <a:rPr lang="en-US" dirty="0"/>
              <a:t>Clone the IFMS Repo from Bitbucket</a:t>
            </a:r>
          </a:p>
        </p:txBody>
      </p:sp>
      <p:sp>
        <p:nvSpPr>
          <p:cNvPr id="3" name="Content Placeholder 2">
            <a:extLst>
              <a:ext uri="{FF2B5EF4-FFF2-40B4-BE49-F238E27FC236}">
                <a16:creationId xmlns:a16="http://schemas.microsoft.com/office/drawing/2014/main" id="{3A4ECD06-8EF3-4B68-A934-B0EFF0BBF728}"/>
              </a:ext>
            </a:extLst>
          </p:cNvPr>
          <p:cNvSpPr>
            <a:spLocks noGrp="1"/>
          </p:cNvSpPr>
          <p:nvPr>
            <p:ph idx="1"/>
          </p:nvPr>
        </p:nvSpPr>
        <p:spPr/>
        <p:txBody>
          <a:bodyPr/>
          <a:lstStyle/>
          <a:p>
            <a:r>
              <a:rPr lang="en-US" dirty="0"/>
              <a:t>Paste the customized command into your </a:t>
            </a:r>
            <a:r>
              <a:rPr lang="en-US" dirty="0" err="1"/>
              <a:t>vscode</a:t>
            </a:r>
            <a:r>
              <a:rPr lang="en-US" dirty="0"/>
              <a:t> git bash command line</a:t>
            </a:r>
          </a:p>
          <a:p>
            <a:endParaRPr lang="en-US" dirty="0"/>
          </a:p>
        </p:txBody>
      </p:sp>
      <p:pic>
        <p:nvPicPr>
          <p:cNvPr id="5" name="Picture 4">
            <a:extLst>
              <a:ext uri="{FF2B5EF4-FFF2-40B4-BE49-F238E27FC236}">
                <a16:creationId xmlns:a16="http://schemas.microsoft.com/office/drawing/2014/main" id="{4DB0E6E5-79A7-4942-B549-06012AEAD3B0}"/>
              </a:ext>
            </a:extLst>
          </p:cNvPr>
          <p:cNvPicPr>
            <a:picLocks noChangeAspect="1"/>
          </p:cNvPicPr>
          <p:nvPr/>
        </p:nvPicPr>
        <p:blipFill>
          <a:blip r:embed="rId2"/>
          <a:stretch>
            <a:fillRect/>
          </a:stretch>
        </p:blipFill>
        <p:spPr>
          <a:xfrm>
            <a:off x="1274139" y="3059112"/>
            <a:ext cx="9138274" cy="2993345"/>
          </a:xfrm>
          <a:prstGeom prst="rect">
            <a:avLst/>
          </a:prstGeom>
        </p:spPr>
      </p:pic>
    </p:spTree>
    <p:extLst>
      <p:ext uri="{BB962C8B-B14F-4D97-AF65-F5344CB8AC3E}">
        <p14:creationId xmlns:p14="http://schemas.microsoft.com/office/powerpoint/2010/main" val="2086971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C79C-40A2-426B-939D-3012EC2064E2}"/>
              </a:ext>
            </a:extLst>
          </p:cNvPr>
          <p:cNvSpPr>
            <a:spLocks noGrp="1"/>
          </p:cNvSpPr>
          <p:nvPr>
            <p:ph type="title"/>
          </p:nvPr>
        </p:nvSpPr>
        <p:spPr/>
        <p:txBody>
          <a:bodyPr/>
          <a:lstStyle/>
          <a:p>
            <a:pPr algn="ctr"/>
            <a:r>
              <a:rPr lang="en-US" dirty="0"/>
              <a:t>Add the IFMS  as a remote repository in git</a:t>
            </a:r>
          </a:p>
        </p:txBody>
      </p:sp>
      <p:sp>
        <p:nvSpPr>
          <p:cNvPr id="3" name="Content Placeholder 2">
            <a:extLst>
              <a:ext uri="{FF2B5EF4-FFF2-40B4-BE49-F238E27FC236}">
                <a16:creationId xmlns:a16="http://schemas.microsoft.com/office/drawing/2014/main" id="{482EFBE5-C0EC-45ED-B4E2-F4058AB9C22E}"/>
              </a:ext>
            </a:extLst>
          </p:cNvPr>
          <p:cNvSpPr>
            <a:spLocks noGrp="1"/>
          </p:cNvSpPr>
          <p:nvPr>
            <p:ph idx="1"/>
          </p:nvPr>
        </p:nvSpPr>
        <p:spPr/>
        <p:txBody>
          <a:bodyPr/>
          <a:lstStyle/>
          <a:p>
            <a:endParaRPr lang="en-US" dirty="0"/>
          </a:p>
          <a:p>
            <a:endParaRPr lang="en-US" dirty="0"/>
          </a:p>
        </p:txBody>
      </p:sp>
      <p:pic>
        <p:nvPicPr>
          <p:cNvPr id="5" name="Picture 4">
            <a:extLst>
              <a:ext uri="{FF2B5EF4-FFF2-40B4-BE49-F238E27FC236}">
                <a16:creationId xmlns:a16="http://schemas.microsoft.com/office/drawing/2014/main" id="{2F725887-F9F7-4E49-B5FD-AA0CB6CB680D}"/>
              </a:ext>
            </a:extLst>
          </p:cNvPr>
          <p:cNvPicPr>
            <a:picLocks noChangeAspect="1"/>
          </p:cNvPicPr>
          <p:nvPr/>
        </p:nvPicPr>
        <p:blipFill>
          <a:blip r:embed="rId2"/>
          <a:stretch>
            <a:fillRect/>
          </a:stretch>
        </p:blipFill>
        <p:spPr>
          <a:xfrm>
            <a:off x="1542999" y="1797957"/>
            <a:ext cx="8728629" cy="3262086"/>
          </a:xfrm>
          <a:prstGeom prst="rect">
            <a:avLst/>
          </a:prstGeom>
        </p:spPr>
      </p:pic>
      <p:sp>
        <p:nvSpPr>
          <p:cNvPr id="6" name="TextBox 5">
            <a:extLst>
              <a:ext uri="{FF2B5EF4-FFF2-40B4-BE49-F238E27FC236}">
                <a16:creationId xmlns:a16="http://schemas.microsoft.com/office/drawing/2014/main" id="{867AEF16-8A98-4404-83FB-B7AB33FF76ED}"/>
              </a:ext>
            </a:extLst>
          </p:cNvPr>
          <p:cNvSpPr txBox="1"/>
          <p:nvPr/>
        </p:nvSpPr>
        <p:spPr>
          <a:xfrm>
            <a:off x="1542999" y="5689600"/>
            <a:ext cx="8892772" cy="830997"/>
          </a:xfrm>
          <a:prstGeom prst="rect">
            <a:avLst/>
          </a:prstGeom>
          <a:noFill/>
        </p:spPr>
        <p:txBody>
          <a:bodyPr wrap="square" rtlCol="0">
            <a:spAutoFit/>
          </a:bodyPr>
          <a:lstStyle/>
          <a:p>
            <a:r>
              <a:rPr lang="en-US" sz="2400" dirty="0">
                <a:solidFill>
                  <a:srgbClr val="FF0000"/>
                </a:solidFill>
              </a:rPr>
              <a:t>Reminder: Please make sure that your hyper text link(http) is the same as that generated from the clone button on the bitbucket console</a:t>
            </a:r>
          </a:p>
        </p:txBody>
      </p:sp>
      <p:sp>
        <p:nvSpPr>
          <p:cNvPr id="7" name="TextBox 6">
            <a:extLst>
              <a:ext uri="{FF2B5EF4-FFF2-40B4-BE49-F238E27FC236}">
                <a16:creationId xmlns:a16="http://schemas.microsoft.com/office/drawing/2014/main" id="{E945872B-51F9-45A7-A32C-181E515957A6}"/>
              </a:ext>
            </a:extLst>
          </p:cNvPr>
          <p:cNvSpPr txBox="1"/>
          <p:nvPr/>
        </p:nvSpPr>
        <p:spPr>
          <a:xfrm>
            <a:off x="10649001" y="2656622"/>
            <a:ext cx="1409598" cy="2031325"/>
          </a:xfrm>
          <a:prstGeom prst="rect">
            <a:avLst/>
          </a:prstGeom>
          <a:noFill/>
        </p:spPr>
        <p:txBody>
          <a:bodyPr wrap="square" rtlCol="0">
            <a:spAutoFit/>
          </a:bodyPr>
          <a:lstStyle/>
          <a:p>
            <a:r>
              <a:rPr lang="en-US" b="1" dirty="0"/>
              <a:t>Git remote –v </a:t>
            </a:r>
            <a:r>
              <a:rPr lang="en-US" dirty="0"/>
              <a:t>will validate if your above command executed successfully</a:t>
            </a:r>
          </a:p>
        </p:txBody>
      </p:sp>
    </p:spTree>
    <p:extLst>
      <p:ext uri="{BB962C8B-B14F-4D97-AF65-F5344CB8AC3E}">
        <p14:creationId xmlns:p14="http://schemas.microsoft.com/office/powerpoint/2010/main" val="416681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DF72-3DFF-467B-8C5D-D43BA379082A}"/>
              </a:ext>
            </a:extLst>
          </p:cNvPr>
          <p:cNvSpPr>
            <a:spLocks noGrp="1"/>
          </p:cNvSpPr>
          <p:nvPr>
            <p:ph type="title"/>
          </p:nvPr>
        </p:nvSpPr>
        <p:spPr/>
        <p:txBody>
          <a:bodyPr/>
          <a:lstStyle/>
          <a:p>
            <a:pPr algn="ctr"/>
            <a:r>
              <a:rPr lang="en-US" dirty="0"/>
              <a:t>Navigate Into the Cloned Repository</a:t>
            </a:r>
          </a:p>
        </p:txBody>
      </p:sp>
      <p:pic>
        <p:nvPicPr>
          <p:cNvPr id="5" name="Content Placeholder 4">
            <a:extLst>
              <a:ext uri="{FF2B5EF4-FFF2-40B4-BE49-F238E27FC236}">
                <a16:creationId xmlns:a16="http://schemas.microsoft.com/office/drawing/2014/main" id="{35278AFE-BA5E-4D48-ADC2-C5877C9B8DFD}"/>
              </a:ext>
            </a:extLst>
          </p:cNvPr>
          <p:cNvPicPr>
            <a:picLocks noGrp="1" noChangeAspect="1"/>
          </p:cNvPicPr>
          <p:nvPr>
            <p:ph idx="1"/>
          </p:nvPr>
        </p:nvPicPr>
        <p:blipFill>
          <a:blip r:embed="rId2"/>
          <a:stretch>
            <a:fillRect/>
          </a:stretch>
        </p:blipFill>
        <p:spPr>
          <a:xfrm>
            <a:off x="1511882" y="2346835"/>
            <a:ext cx="9168235" cy="3110536"/>
          </a:xfrm>
        </p:spPr>
      </p:pic>
    </p:spTree>
    <p:extLst>
      <p:ext uri="{BB962C8B-B14F-4D97-AF65-F5344CB8AC3E}">
        <p14:creationId xmlns:p14="http://schemas.microsoft.com/office/powerpoint/2010/main" val="770897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A08B-0070-48D0-A892-DA9478BD71FA}"/>
              </a:ext>
            </a:extLst>
          </p:cNvPr>
          <p:cNvSpPr>
            <a:spLocks noGrp="1"/>
          </p:cNvSpPr>
          <p:nvPr>
            <p:ph type="title"/>
          </p:nvPr>
        </p:nvSpPr>
        <p:spPr/>
        <p:txBody>
          <a:bodyPr/>
          <a:lstStyle/>
          <a:p>
            <a:pPr algn="ctr"/>
            <a:r>
              <a:rPr lang="en-US" dirty="0"/>
              <a:t>Checkout the Remote “Blank-branch”</a:t>
            </a:r>
          </a:p>
        </p:txBody>
      </p:sp>
      <p:pic>
        <p:nvPicPr>
          <p:cNvPr id="5" name="Picture 4">
            <a:extLst>
              <a:ext uri="{FF2B5EF4-FFF2-40B4-BE49-F238E27FC236}">
                <a16:creationId xmlns:a16="http://schemas.microsoft.com/office/drawing/2014/main" id="{3CF34618-DE14-4CEB-ADD6-BC71CE54D774}"/>
              </a:ext>
            </a:extLst>
          </p:cNvPr>
          <p:cNvPicPr>
            <a:picLocks noChangeAspect="1"/>
          </p:cNvPicPr>
          <p:nvPr/>
        </p:nvPicPr>
        <p:blipFill>
          <a:blip r:embed="rId2"/>
          <a:stretch>
            <a:fillRect/>
          </a:stretch>
        </p:blipFill>
        <p:spPr>
          <a:xfrm>
            <a:off x="1407885" y="1911237"/>
            <a:ext cx="9303657" cy="2414020"/>
          </a:xfrm>
          <a:prstGeom prst="rect">
            <a:avLst/>
          </a:prstGeom>
        </p:spPr>
      </p:pic>
      <p:sp>
        <p:nvSpPr>
          <p:cNvPr id="6" name="TextBox 5">
            <a:extLst>
              <a:ext uri="{FF2B5EF4-FFF2-40B4-BE49-F238E27FC236}">
                <a16:creationId xmlns:a16="http://schemas.microsoft.com/office/drawing/2014/main" id="{8D794154-13A7-408D-B62C-46FB555B79D0}"/>
              </a:ext>
            </a:extLst>
          </p:cNvPr>
          <p:cNvSpPr txBox="1"/>
          <p:nvPr/>
        </p:nvSpPr>
        <p:spPr>
          <a:xfrm>
            <a:off x="1407885" y="5388570"/>
            <a:ext cx="9303657" cy="830997"/>
          </a:xfrm>
          <a:prstGeom prst="rect">
            <a:avLst/>
          </a:prstGeom>
          <a:noFill/>
        </p:spPr>
        <p:txBody>
          <a:bodyPr wrap="square" rtlCol="0">
            <a:spAutoFit/>
          </a:bodyPr>
          <a:lstStyle/>
          <a:p>
            <a:r>
              <a:rPr lang="en-US" sz="2400" b="1" dirty="0">
                <a:solidFill>
                  <a:srgbClr val="FF0000"/>
                </a:solidFill>
              </a:rPr>
              <a:t>Note: this is customized to give you the folder structures necessary to properly develop your features</a:t>
            </a:r>
          </a:p>
        </p:txBody>
      </p:sp>
    </p:spTree>
    <p:extLst>
      <p:ext uri="{BB962C8B-B14F-4D97-AF65-F5344CB8AC3E}">
        <p14:creationId xmlns:p14="http://schemas.microsoft.com/office/powerpoint/2010/main" val="1850414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7CB8-A8B3-4E1D-8C5E-1517D161DBE4}"/>
              </a:ext>
            </a:extLst>
          </p:cNvPr>
          <p:cNvSpPr>
            <a:spLocks noGrp="1"/>
          </p:cNvSpPr>
          <p:nvPr>
            <p:ph type="title"/>
          </p:nvPr>
        </p:nvSpPr>
        <p:spPr/>
        <p:txBody>
          <a:bodyPr/>
          <a:lstStyle/>
          <a:p>
            <a:r>
              <a:rPr lang="en-US" dirty="0"/>
              <a:t>Create and checkout git local feature branch from “Blank-Branch”</a:t>
            </a:r>
          </a:p>
        </p:txBody>
      </p:sp>
      <p:pic>
        <p:nvPicPr>
          <p:cNvPr id="5" name="Picture 4">
            <a:extLst>
              <a:ext uri="{FF2B5EF4-FFF2-40B4-BE49-F238E27FC236}">
                <a16:creationId xmlns:a16="http://schemas.microsoft.com/office/drawing/2014/main" id="{444A3A08-01E9-493B-A28E-8EB5A2CD5542}"/>
              </a:ext>
            </a:extLst>
          </p:cNvPr>
          <p:cNvPicPr>
            <a:picLocks noChangeAspect="1"/>
          </p:cNvPicPr>
          <p:nvPr/>
        </p:nvPicPr>
        <p:blipFill>
          <a:blip r:embed="rId2"/>
          <a:stretch>
            <a:fillRect/>
          </a:stretch>
        </p:blipFill>
        <p:spPr>
          <a:xfrm>
            <a:off x="1879600" y="2263321"/>
            <a:ext cx="8432800" cy="2831193"/>
          </a:xfrm>
          <a:prstGeom prst="rect">
            <a:avLst/>
          </a:prstGeom>
        </p:spPr>
      </p:pic>
    </p:spTree>
    <p:extLst>
      <p:ext uri="{BB962C8B-B14F-4D97-AF65-F5344CB8AC3E}">
        <p14:creationId xmlns:p14="http://schemas.microsoft.com/office/powerpoint/2010/main" val="417758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F028-AEAE-431F-AE29-0C5CC74FD31C}"/>
              </a:ext>
            </a:extLst>
          </p:cNvPr>
          <p:cNvSpPr>
            <a:spLocks noGrp="1"/>
          </p:cNvSpPr>
          <p:nvPr>
            <p:ph type="title"/>
          </p:nvPr>
        </p:nvSpPr>
        <p:spPr/>
        <p:txBody>
          <a:bodyPr/>
          <a:lstStyle/>
          <a:p>
            <a:pPr algn="ctr"/>
            <a:r>
              <a:rPr lang="en-US" dirty="0"/>
              <a:t>Rules to Creating Feature Branches</a:t>
            </a:r>
          </a:p>
        </p:txBody>
      </p:sp>
      <p:sp>
        <p:nvSpPr>
          <p:cNvPr id="3" name="Content Placeholder 2">
            <a:extLst>
              <a:ext uri="{FF2B5EF4-FFF2-40B4-BE49-F238E27FC236}">
                <a16:creationId xmlns:a16="http://schemas.microsoft.com/office/drawing/2014/main" id="{418D191A-389D-46DD-B8DC-B2F0EEBDACD7}"/>
              </a:ext>
            </a:extLst>
          </p:cNvPr>
          <p:cNvSpPr>
            <a:spLocks noGrp="1"/>
          </p:cNvSpPr>
          <p:nvPr>
            <p:ph idx="1"/>
          </p:nvPr>
        </p:nvSpPr>
        <p:spPr/>
        <p:txBody>
          <a:bodyPr/>
          <a:lstStyle/>
          <a:p>
            <a:r>
              <a:rPr lang="en-US" dirty="0"/>
              <a:t>All feature branches must begin with feature/IFMS-</a:t>
            </a:r>
            <a:r>
              <a:rPr lang="en-US" dirty="0">
                <a:highlight>
                  <a:srgbClr val="FFFF00"/>
                </a:highlight>
              </a:rPr>
              <a:t>&lt;ticket-number&gt;</a:t>
            </a:r>
            <a:r>
              <a:rPr lang="en-US" dirty="0"/>
              <a:t>-feature-</a:t>
            </a:r>
            <a:r>
              <a:rPr lang="en-US" dirty="0">
                <a:highlight>
                  <a:srgbClr val="FFFF00"/>
                </a:highlight>
              </a:rPr>
              <a:t>&lt;number&gt;</a:t>
            </a:r>
          </a:p>
          <a:p>
            <a:r>
              <a:rPr lang="en-US" dirty="0"/>
              <a:t>This allows your feature branch to be displayed in the development plane in the </a:t>
            </a:r>
            <a:r>
              <a:rPr lang="en-US" dirty="0" err="1"/>
              <a:t>jira</a:t>
            </a:r>
            <a:r>
              <a:rPr lang="en-US" dirty="0"/>
              <a:t> issue specified </a:t>
            </a:r>
          </a:p>
          <a:p>
            <a:r>
              <a:rPr lang="en-US" dirty="0"/>
              <a:t>Note you will </a:t>
            </a:r>
            <a:r>
              <a:rPr lang="en-US" dirty="0">
                <a:solidFill>
                  <a:srgbClr val="FF0000"/>
                </a:solidFill>
              </a:rPr>
              <a:t>only</a:t>
            </a:r>
            <a:r>
              <a:rPr lang="en-US" dirty="0"/>
              <a:t> be able to see this after your local feature branch is pushed upstream to the bitbucket repository as the software integration is between the two Atlassian tools Jira and Bitbucket, not your local workstation</a:t>
            </a:r>
          </a:p>
        </p:txBody>
      </p:sp>
    </p:spTree>
    <p:extLst>
      <p:ext uri="{BB962C8B-B14F-4D97-AF65-F5344CB8AC3E}">
        <p14:creationId xmlns:p14="http://schemas.microsoft.com/office/powerpoint/2010/main" val="2656346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FE66A-AFD4-425C-A581-F85B11E0124A}"/>
              </a:ext>
            </a:extLst>
          </p:cNvPr>
          <p:cNvSpPr>
            <a:spLocks noGrp="1"/>
          </p:cNvSpPr>
          <p:nvPr>
            <p:ph type="title"/>
          </p:nvPr>
        </p:nvSpPr>
        <p:spPr/>
        <p:txBody>
          <a:bodyPr/>
          <a:lstStyle/>
          <a:p>
            <a:pPr algn="ctr"/>
            <a:r>
              <a:rPr lang="en-US" dirty="0"/>
              <a:t>Make Changes and Update Package.xml</a:t>
            </a:r>
          </a:p>
        </p:txBody>
      </p:sp>
      <p:sp>
        <p:nvSpPr>
          <p:cNvPr id="3" name="Content Placeholder 2">
            <a:extLst>
              <a:ext uri="{FF2B5EF4-FFF2-40B4-BE49-F238E27FC236}">
                <a16:creationId xmlns:a16="http://schemas.microsoft.com/office/drawing/2014/main" id="{5B29948D-8E11-4CC6-8A98-700E0D5B6036}"/>
              </a:ext>
            </a:extLst>
          </p:cNvPr>
          <p:cNvSpPr>
            <a:spLocks noGrp="1"/>
          </p:cNvSpPr>
          <p:nvPr>
            <p:ph idx="1"/>
          </p:nvPr>
        </p:nvSpPr>
        <p:spPr/>
        <p:txBody>
          <a:bodyPr/>
          <a:lstStyle/>
          <a:p>
            <a:r>
              <a:rPr lang="en-US" dirty="0"/>
              <a:t>You must always update the package.xml to reflect only the components that you are looking to modify. </a:t>
            </a:r>
          </a:p>
          <a:p>
            <a:r>
              <a:rPr lang="en-US" dirty="0"/>
              <a:t>It’s the best method we have found to work with the ANT migration tool which is the software responsible for compiling the Apex code.</a:t>
            </a:r>
          </a:p>
        </p:txBody>
      </p:sp>
    </p:spTree>
    <p:extLst>
      <p:ext uri="{BB962C8B-B14F-4D97-AF65-F5344CB8AC3E}">
        <p14:creationId xmlns:p14="http://schemas.microsoft.com/office/powerpoint/2010/main" val="2086260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1064-2BFC-4FE7-BA9C-E77F08C43045}"/>
              </a:ext>
            </a:extLst>
          </p:cNvPr>
          <p:cNvSpPr>
            <a:spLocks noGrp="1"/>
          </p:cNvSpPr>
          <p:nvPr>
            <p:ph type="title"/>
          </p:nvPr>
        </p:nvSpPr>
        <p:spPr/>
        <p:txBody>
          <a:bodyPr/>
          <a:lstStyle/>
          <a:p>
            <a:pPr algn="ctr"/>
            <a:r>
              <a:rPr lang="en-US" dirty="0"/>
              <a:t>Update the bitbucket-</a:t>
            </a:r>
            <a:r>
              <a:rPr lang="en-US" dirty="0" err="1"/>
              <a:t>pipelines.yml</a:t>
            </a:r>
            <a:r>
              <a:rPr lang="en-US" dirty="0"/>
              <a:t> File</a:t>
            </a:r>
          </a:p>
        </p:txBody>
      </p:sp>
      <p:sp>
        <p:nvSpPr>
          <p:cNvPr id="3" name="Content Placeholder 2">
            <a:extLst>
              <a:ext uri="{FF2B5EF4-FFF2-40B4-BE49-F238E27FC236}">
                <a16:creationId xmlns:a16="http://schemas.microsoft.com/office/drawing/2014/main" id="{FDA8560B-3414-41EE-BFB9-DF5475DE513D}"/>
              </a:ext>
            </a:extLst>
          </p:cNvPr>
          <p:cNvSpPr>
            <a:spLocks noGrp="1"/>
          </p:cNvSpPr>
          <p:nvPr>
            <p:ph idx="1"/>
          </p:nvPr>
        </p:nvSpPr>
        <p:spPr/>
        <p:txBody>
          <a:bodyPr>
            <a:normAutofit/>
          </a:bodyPr>
          <a:lstStyle/>
          <a:p>
            <a:r>
              <a:rPr lang="en-US" dirty="0"/>
              <a:t>Mandatory </a:t>
            </a:r>
          </a:p>
          <a:p>
            <a:pPr lvl="1"/>
            <a:r>
              <a:rPr lang="en-US" dirty="0" err="1"/>
              <a:t>Unhash</a:t>
            </a:r>
            <a:r>
              <a:rPr lang="en-US" dirty="0"/>
              <a:t> lines 7 to 10</a:t>
            </a:r>
          </a:p>
          <a:p>
            <a:pPr lvl="1"/>
            <a:r>
              <a:rPr lang="en-US" dirty="0"/>
              <a:t>Change line 7 to use your local feature branch name in entirety </a:t>
            </a:r>
          </a:p>
          <a:p>
            <a:pPr lvl="2"/>
            <a:r>
              <a:rPr lang="en-US" dirty="0"/>
              <a:t>This will deploy “check” your code against the </a:t>
            </a:r>
            <a:r>
              <a:rPr lang="en-US" dirty="0" err="1"/>
              <a:t>alphar</a:t>
            </a:r>
            <a:r>
              <a:rPr lang="en-US" dirty="0"/>
              <a:t> environment</a:t>
            </a:r>
          </a:p>
          <a:p>
            <a:pPr lvl="2"/>
            <a:r>
              <a:rPr lang="en-US" dirty="0"/>
              <a:t>This code will be using the components declared in your package.xml file without saving the components in the targeted org which is </a:t>
            </a:r>
            <a:r>
              <a:rPr lang="en-US" dirty="0" err="1"/>
              <a:t>AlphaR</a:t>
            </a:r>
            <a:endParaRPr lang="en-US" dirty="0"/>
          </a:p>
          <a:p>
            <a:pPr lvl="2"/>
            <a:r>
              <a:rPr lang="en-US" dirty="0"/>
              <a:t>This is useful for validating tests that would be generated in a deployment</a:t>
            </a:r>
          </a:p>
          <a:p>
            <a:pPr lvl="2"/>
            <a:r>
              <a:rPr lang="en-US" dirty="0"/>
              <a:t>This allows our pipeline to facilitate continuous integration and continuous testing</a:t>
            </a:r>
          </a:p>
          <a:p>
            <a:pPr lvl="2"/>
            <a:endParaRPr lang="en-US" dirty="0"/>
          </a:p>
          <a:p>
            <a:pPr lvl="1"/>
            <a:endParaRPr lang="en-US" dirty="0"/>
          </a:p>
          <a:p>
            <a:pPr lvl="1"/>
            <a:endParaRPr lang="en-US" dirty="0"/>
          </a:p>
        </p:txBody>
      </p:sp>
      <p:pic>
        <p:nvPicPr>
          <p:cNvPr id="7" name="Picture 6">
            <a:extLst>
              <a:ext uri="{FF2B5EF4-FFF2-40B4-BE49-F238E27FC236}">
                <a16:creationId xmlns:a16="http://schemas.microsoft.com/office/drawing/2014/main" id="{CA02FAF5-4959-4238-AD0C-99A63F5A5E82}"/>
              </a:ext>
            </a:extLst>
          </p:cNvPr>
          <p:cNvPicPr>
            <a:picLocks noChangeAspect="1"/>
          </p:cNvPicPr>
          <p:nvPr/>
        </p:nvPicPr>
        <p:blipFill>
          <a:blip r:embed="rId2"/>
          <a:stretch>
            <a:fillRect/>
          </a:stretch>
        </p:blipFill>
        <p:spPr>
          <a:xfrm>
            <a:off x="2133600" y="4870904"/>
            <a:ext cx="7920037" cy="1847850"/>
          </a:xfrm>
          <a:prstGeom prst="rect">
            <a:avLst/>
          </a:prstGeom>
        </p:spPr>
      </p:pic>
    </p:spTree>
    <p:extLst>
      <p:ext uri="{BB962C8B-B14F-4D97-AF65-F5344CB8AC3E}">
        <p14:creationId xmlns:p14="http://schemas.microsoft.com/office/powerpoint/2010/main" val="2471576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CBBF0-0679-440F-940A-CC2BAB6751CE}"/>
              </a:ext>
            </a:extLst>
          </p:cNvPr>
          <p:cNvSpPr>
            <a:spLocks noGrp="1"/>
          </p:cNvSpPr>
          <p:nvPr>
            <p:ph type="title"/>
          </p:nvPr>
        </p:nvSpPr>
        <p:spPr/>
        <p:txBody>
          <a:bodyPr/>
          <a:lstStyle/>
          <a:p>
            <a:r>
              <a:rPr lang="en-US" dirty="0"/>
              <a:t>Update the bitbucket-</a:t>
            </a:r>
            <a:r>
              <a:rPr lang="en-US" dirty="0" err="1"/>
              <a:t>pipelines.yml</a:t>
            </a:r>
            <a:r>
              <a:rPr lang="en-US" dirty="0"/>
              <a:t> File</a:t>
            </a:r>
          </a:p>
        </p:txBody>
      </p:sp>
      <p:sp>
        <p:nvSpPr>
          <p:cNvPr id="3" name="Content Placeholder 2">
            <a:extLst>
              <a:ext uri="{FF2B5EF4-FFF2-40B4-BE49-F238E27FC236}">
                <a16:creationId xmlns:a16="http://schemas.microsoft.com/office/drawing/2014/main" id="{A29F4492-5653-4648-8F66-2613C82AE82A}"/>
              </a:ext>
            </a:extLst>
          </p:cNvPr>
          <p:cNvSpPr>
            <a:spLocks noGrp="1"/>
          </p:cNvSpPr>
          <p:nvPr>
            <p:ph idx="1"/>
          </p:nvPr>
        </p:nvSpPr>
        <p:spPr/>
        <p:txBody>
          <a:bodyPr/>
          <a:lstStyle/>
          <a:p>
            <a:r>
              <a:rPr lang="en-US" dirty="0"/>
              <a:t>Optional in the first commit but mandatory as the dev cycle continues</a:t>
            </a:r>
          </a:p>
          <a:p>
            <a:pPr lvl="1"/>
            <a:r>
              <a:rPr lang="en-US" dirty="0"/>
              <a:t>Deploy check your code against the </a:t>
            </a:r>
            <a:r>
              <a:rPr lang="en-US" dirty="0" err="1"/>
              <a:t>BetaR</a:t>
            </a:r>
            <a:r>
              <a:rPr lang="en-US" dirty="0"/>
              <a:t> environment</a:t>
            </a:r>
          </a:p>
          <a:p>
            <a:pPr lvl="2"/>
            <a:r>
              <a:rPr lang="en-US" dirty="0" err="1"/>
              <a:t>Unhash</a:t>
            </a:r>
            <a:r>
              <a:rPr lang="en-US" dirty="0"/>
              <a:t> lines 12 to 15  in this file in order to perform a test deployment of the components specified in the package.xml without saving the components in the targeted org which is </a:t>
            </a:r>
            <a:r>
              <a:rPr lang="en-US" dirty="0" err="1"/>
              <a:t>Betar</a:t>
            </a:r>
            <a:endParaRPr lang="en-US" dirty="0"/>
          </a:p>
          <a:p>
            <a:endParaRPr lang="en-US" dirty="0"/>
          </a:p>
        </p:txBody>
      </p:sp>
      <p:pic>
        <p:nvPicPr>
          <p:cNvPr id="5" name="Picture 4">
            <a:extLst>
              <a:ext uri="{FF2B5EF4-FFF2-40B4-BE49-F238E27FC236}">
                <a16:creationId xmlns:a16="http://schemas.microsoft.com/office/drawing/2014/main" id="{1D104EA7-D487-4D48-8386-03BC64BE9750}"/>
              </a:ext>
            </a:extLst>
          </p:cNvPr>
          <p:cNvPicPr>
            <a:picLocks noChangeAspect="1"/>
          </p:cNvPicPr>
          <p:nvPr/>
        </p:nvPicPr>
        <p:blipFill>
          <a:blip r:embed="rId2"/>
          <a:stretch>
            <a:fillRect/>
          </a:stretch>
        </p:blipFill>
        <p:spPr>
          <a:xfrm>
            <a:off x="1016000" y="3843564"/>
            <a:ext cx="9666514" cy="1657350"/>
          </a:xfrm>
          <a:prstGeom prst="rect">
            <a:avLst/>
          </a:prstGeom>
        </p:spPr>
      </p:pic>
    </p:spTree>
    <p:extLst>
      <p:ext uri="{BB962C8B-B14F-4D97-AF65-F5344CB8AC3E}">
        <p14:creationId xmlns:p14="http://schemas.microsoft.com/office/powerpoint/2010/main" val="1083113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D0F18-E250-4B30-A7A4-D661EDBBBD0E}"/>
              </a:ext>
            </a:extLst>
          </p:cNvPr>
          <p:cNvSpPr>
            <a:spLocks noGrp="1"/>
          </p:cNvSpPr>
          <p:nvPr>
            <p:ph type="title"/>
          </p:nvPr>
        </p:nvSpPr>
        <p:spPr/>
        <p:txBody>
          <a:bodyPr/>
          <a:lstStyle/>
          <a:p>
            <a:pPr algn="ctr"/>
            <a:r>
              <a:rPr lang="en-US" dirty="0"/>
              <a:t>Stage and Verify Changes</a:t>
            </a:r>
          </a:p>
        </p:txBody>
      </p:sp>
      <p:pic>
        <p:nvPicPr>
          <p:cNvPr id="5" name="Picture 4">
            <a:extLst>
              <a:ext uri="{FF2B5EF4-FFF2-40B4-BE49-F238E27FC236}">
                <a16:creationId xmlns:a16="http://schemas.microsoft.com/office/drawing/2014/main" id="{8FD4062F-9BA8-44ED-BFAC-0808B5FFC995}"/>
              </a:ext>
            </a:extLst>
          </p:cNvPr>
          <p:cNvPicPr>
            <a:picLocks noChangeAspect="1"/>
          </p:cNvPicPr>
          <p:nvPr/>
        </p:nvPicPr>
        <p:blipFill>
          <a:blip r:embed="rId2"/>
          <a:stretch>
            <a:fillRect/>
          </a:stretch>
        </p:blipFill>
        <p:spPr>
          <a:xfrm>
            <a:off x="838200" y="2100261"/>
            <a:ext cx="10757492" cy="3560309"/>
          </a:xfrm>
          <a:prstGeom prst="rect">
            <a:avLst/>
          </a:prstGeom>
        </p:spPr>
      </p:pic>
      <p:sp>
        <p:nvSpPr>
          <p:cNvPr id="3" name="TextBox 2">
            <a:extLst>
              <a:ext uri="{FF2B5EF4-FFF2-40B4-BE49-F238E27FC236}">
                <a16:creationId xmlns:a16="http://schemas.microsoft.com/office/drawing/2014/main" id="{01565A8D-EF62-47EC-8E55-6CE8ABA58F84}"/>
              </a:ext>
            </a:extLst>
          </p:cNvPr>
          <p:cNvSpPr txBox="1"/>
          <p:nvPr/>
        </p:nvSpPr>
        <p:spPr>
          <a:xfrm>
            <a:off x="2057400" y="6070143"/>
            <a:ext cx="8077200" cy="830997"/>
          </a:xfrm>
          <a:prstGeom prst="rect">
            <a:avLst/>
          </a:prstGeom>
          <a:noFill/>
        </p:spPr>
        <p:txBody>
          <a:bodyPr wrap="square" rtlCol="0">
            <a:spAutoFit/>
          </a:bodyPr>
          <a:lstStyle/>
          <a:p>
            <a:r>
              <a:rPr lang="en-US" sz="2400" dirty="0">
                <a:solidFill>
                  <a:srgbClr val="FF0000"/>
                </a:solidFill>
              </a:rPr>
              <a:t>Note: you should see more changes than my output shows as this is just for demo purposes</a:t>
            </a:r>
          </a:p>
        </p:txBody>
      </p:sp>
    </p:spTree>
    <p:extLst>
      <p:ext uri="{BB962C8B-B14F-4D97-AF65-F5344CB8AC3E}">
        <p14:creationId xmlns:p14="http://schemas.microsoft.com/office/powerpoint/2010/main" val="3650765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B00B7-5902-46F4-82CC-7BFCC1EF9F0A}"/>
              </a:ext>
            </a:extLst>
          </p:cNvPr>
          <p:cNvSpPr>
            <a:spLocks noGrp="1"/>
          </p:cNvSpPr>
          <p:nvPr>
            <p:ph type="title"/>
          </p:nvPr>
        </p:nvSpPr>
        <p:spPr/>
        <p:txBody>
          <a:bodyPr/>
          <a:lstStyle/>
          <a:p>
            <a:pPr algn="ctr"/>
            <a:r>
              <a:rPr lang="en-US" dirty="0"/>
              <a:t>More about Staging Changes</a:t>
            </a:r>
          </a:p>
        </p:txBody>
      </p:sp>
      <p:sp>
        <p:nvSpPr>
          <p:cNvPr id="3" name="Content Placeholder 2">
            <a:extLst>
              <a:ext uri="{FF2B5EF4-FFF2-40B4-BE49-F238E27FC236}">
                <a16:creationId xmlns:a16="http://schemas.microsoft.com/office/drawing/2014/main" id="{5164D3F3-89F6-4F02-853A-A862410A11AC}"/>
              </a:ext>
            </a:extLst>
          </p:cNvPr>
          <p:cNvSpPr>
            <a:spLocks noGrp="1"/>
          </p:cNvSpPr>
          <p:nvPr>
            <p:ph idx="1"/>
          </p:nvPr>
        </p:nvSpPr>
        <p:spPr/>
        <p:txBody>
          <a:bodyPr>
            <a:noAutofit/>
          </a:bodyPr>
          <a:lstStyle/>
          <a:p>
            <a:r>
              <a:rPr lang="en-US" sz="1600" dirty="0"/>
              <a:t>Add all your changes to the git staging environment which you would like to be included as the most up to date milestone to your local feature branch</a:t>
            </a:r>
          </a:p>
          <a:p>
            <a:r>
              <a:rPr lang="en-US" sz="1800" dirty="0"/>
              <a:t>Method 1: Staging specific changes and files per location</a:t>
            </a:r>
          </a:p>
          <a:p>
            <a:pPr lvl="1"/>
            <a:r>
              <a:rPr lang="en-US" sz="1800" b="1" dirty="0"/>
              <a:t>cd (directory of your changes) </a:t>
            </a:r>
          </a:p>
          <a:p>
            <a:pPr lvl="1"/>
            <a:r>
              <a:rPr lang="en-US" sz="1800" b="1" dirty="0"/>
              <a:t>git add .  </a:t>
            </a:r>
            <a:r>
              <a:rPr lang="en-US" sz="1800" dirty="0"/>
              <a:t>#This will add all untracked files in the present working directory into the git staging area</a:t>
            </a:r>
          </a:p>
          <a:p>
            <a:pPr lvl="1"/>
            <a:r>
              <a:rPr lang="en-US" sz="1800" b="1" dirty="0"/>
              <a:t>git add &lt;file.name&gt; </a:t>
            </a:r>
            <a:r>
              <a:rPr lang="en-US" sz="1800" dirty="0"/>
              <a:t>#This will add a specific file in the present working directory into the git staging area</a:t>
            </a:r>
          </a:p>
          <a:p>
            <a:r>
              <a:rPr lang="en-US" sz="1800" dirty="0"/>
              <a:t>Method 2: Specify the absolute path of specific files </a:t>
            </a:r>
          </a:p>
          <a:p>
            <a:pPr lvl="1"/>
            <a:r>
              <a:rPr lang="en-US" sz="1800" dirty="0"/>
              <a:t>#This is very useful for if a change is applied to one file</a:t>
            </a:r>
          </a:p>
          <a:p>
            <a:pPr lvl="1"/>
            <a:r>
              <a:rPr lang="en-US" sz="1800" b="1" dirty="0"/>
              <a:t>git status  </a:t>
            </a:r>
            <a:r>
              <a:rPr lang="en-US" sz="1800" dirty="0"/>
              <a:t>#This will give you the absolute path of the untracked file </a:t>
            </a:r>
          </a:p>
          <a:p>
            <a:pPr lvl="1"/>
            <a:r>
              <a:rPr lang="en-US" sz="1800" b="1" dirty="0"/>
              <a:t>git add </a:t>
            </a:r>
            <a:r>
              <a:rPr lang="en-US" sz="1800" dirty="0"/>
              <a:t>&lt;absolute-file-path&gt; #This command will stage the specified file to the git staging environment. </a:t>
            </a:r>
          </a:p>
          <a:p>
            <a:r>
              <a:rPr lang="en-US" sz="1800" dirty="0"/>
              <a:t>Method 3:  Stage all untracked changes in the local repository</a:t>
            </a:r>
          </a:p>
          <a:p>
            <a:pPr lvl="1"/>
            <a:r>
              <a:rPr lang="en-US" sz="1800" dirty="0"/>
              <a:t>#This method is useful if several changes have been made to the repository files and file structure</a:t>
            </a:r>
          </a:p>
          <a:p>
            <a:pPr lvl="1"/>
            <a:r>
              <a:rPr lang="en-US" sz="1800" dirty="0"/>
              <a:t>#This method is a great catch all</a:t>
            </a:r>
          </a:p>
          <a:p>
            <a:pPr lvl="1"/>
            <a:r>
              <a:rPr lang="en-US" sz="1800" b="1" dirty="0"/>
              <a:t>git add *</a:t>
            </a:r>
          </a:p>
        </p:txBody>
      </p:sp>
    </p:spTree>
    <p:extLst>
      <p:ext uri="{BB962C8B-B14F-4D97-AF65-F5344CB8AC3E}">
        <p14:creationId xmlns:p14="http://schemas.microsoft.com/office/powerpoint/2010/main" val="1996610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7138-894F-43CD-9BD8-E14D97D337AC}"/>
              </a:ext>
            </a:extLst>
          </p:cNvPr>
          <p:cNvSpPr>
            <a:spLocks noGrp="1"/>
          </p:cNvSpPr>
          <p:nvPr>
            <p:ph type="title"/>
          </p:nvPr>
        </p:nvSpPr>
        <p:spPr/>
        <p:txBody>
          <a:bodyPr/>
          <a:lstStyle/>
          <a:p>
            <a:pPr algn="ctr"/>
            <a:r>
              <a:rPr lang="en-US" dirty="0"/>
              <a:t>Commit Staged Changes to be Tracked</a:t>
            </a:r>
          </a:p>
        </p:txBody>
      </p:sp>
      <p:pic>
        <p:nvPicPr>
          <p:cNvPr id="5" name="Content Placeholder 4">
            <a:extLst>
              <a:ext uri="{FF2B5EF4-FFF2-40B4-BE49-F238E27FC236}">
                <a16:creationId xmlns:a16="http://schemas.microsoft.com/office/drawing/2014/main" id="{24DBA140-0502-4D82-A38E-B9AA935F40B3}"/>
              </a:ext>
            </a:extLst>
          </p:cNvPr>
          <p:cNvPicPr>
            <a:picLocks noGrp="1" noChangeAspect="1"/>
          </p:cNvPicPr>
          <p:nvPr>
            <p:ph idx="1"/>
          </p:nvPr>
        </p:nvPicPr>
        <p:blipFill>
          <a:blip r:embed="rId2"/>
          <a:stretch>
            <a:fillRect/>
          </a:stretch>
        </p:blipFill>
        <p:spPr>
          <a:xfrm>
            <a:off x="763376" y="1775506"/>
            <a:ext cx="10665248" cy="3367314"/>
          </a:xfrm>
        </p:spPr>
      </p:pic>
    </p:spTree>
    <p:extLst>
      <p:ext uri="{BB962C8B-B14F-4D97-AF65-F5344CB8AC3E}">
        <p14:creationId xmlns:p14="http://schemas.microsoft.com/office/powerpoint/2010/main" val="2646882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94FFE-AD66-4297-876E-EBF5C7A47A36}"/>
              </a:ext>
            </a:extLst>
          </p:cNvPr>
          <p:cNvSpPr>
            <a:spLocks noGrp="1"/>
          </p:cNvSpPr>
          <p:nvPr>
            <p:ph type="title"/>
          </p:nvPr>
        </p:nvSpPr>
        <p:spPr/>
        <p:txBody>
          <a:bodyPr/>
          <a:lstStyle/>
          <a:p>
            <a:pPr algn="ctr"/>
            <a:r>
              <a:rPr lang="en-US" dirty="0"/>
              <a:t>Rules to Committing Code</a:t>
            </a:r>
          </a:p>
        </p:txBody>
      </p:sp>
      <p:sp>
        <p:nvSpPr>
          <p:cNvPr id="3" name="Content Placeholder 2">
            <a:extLst>
              <a:ext uri="{FF2B5EF4-FFF2-40B4-BE49-F238E27FC236}">
                <a16:creationId xmlns:a16="http://schemas.microsoft.com/office/drawing/2014/main" id="{11801A9A-EBA7-4095-889E-E5A92742A5E4}"/>
              </a:ext>
            </a:extLst>
          </p:cNvPr>
          <p:cNvSpPr>
            <a:spLocks noGrp="1"/>
          </p:cNvSpPr>
          <p:nvPr>
            <p:ph idx="1"/>
          </p:nvPr>
        </p:nvSpPr>
        <p:spPr/>
        <p:txBody>
          <a:bodyPr/>
          <a:lstStyle/>
          <a:p>
            <a:r>
              <a:rPr lang="en-US" dirty="0"/>
              <a:t>Commits must begin with an IFMS Jira ticket number</a:t>
            </a:r>
          </a:p>
          <a:p>
            <a:pPr lvl="1"/>
            <a:r>
              <a:rPr lang="en-US" dirty="0"/>
              <a:t>This is important because it allows your changes and updates to be integrated with a specified Jira ticket</a:t>
            </a:r>
          </a:p>
          <a:p>
            <a:pPr lvl="1"/>
            <a:r>
              <a:rPr lang="en-US" dirty="0"/>
              <a:t>This allows greater transparency with stakeholders and in turn increases the trust in the good work we do </a:t>
            </a:r>
          </a:p>
          <a:p>
            <a:pPr lvl="1"/>
            <a:r>
              <a:rPr lang="en-US" dirty="0"/>
              <a:t>It is beneficial to the development team because simply put it assists your work to speak for itself regarding the stability of changes , what changes are being made, and overall is a great visual representation of what is going on with code and the organization environments during the development process in real time</a:t>
            </a:r>
          </a:p>
          <a:p>
            <a:pPr lvl="2"/>
            <a:endParaRPr lang="en-US" dirty="0"/>
          </a:p>
        </p:txBody>
      </p:sp>
    </p:spTree>
    <p:extLst>
      <p:ext uri="{BB962C8B-B14F-4D97-AF65-F5344CB8AC3E}">
        <p14:creationId xmlns:p14="http://schemas.microsoft.com/office/powerpoint/2010/main" val="1971782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D7DDE-3859-440C-BF36-70C1D1F8D46C}"/>
              </a:ext>
            </a:extLst>
          </p:cNvPr>
          <p:cNvSpPr>
            <a:spLocks noGrp="1"/>
          </p:cNvSpPr>
          <p:nvPr>
            <p:ph type="title"/>
          </p:nvPr>
        </p:nvSpPr>
        <p:spPr/>
        <p:txBody>
          <a:bodyPr/>
          <a:lstStyle/>
          <a:p>
            <a:r>
              <a:rPr lang="en-US" dirty="0"/>
              <a:t>Push the Feature Branch Upstream to Bitbucket</a:t>
            </a:r>
          </a:p>
        </p:txBody>
      </p:sp>
      <p:pic>
        <p:nvPicPr>
          <p:cNvPr id="5" name="Content Placeholder 4">
            <a:extLst>
              <a:ext uri="{FF2B5EF4-FFF2-40B4-BE49-F238E27FC236}">
                <a16:creationId xmlns:a16="http://schemas.microsoft.com/office/drawing/2014/main" id="{8A94F6C0-A6E5-4739-B97E-0CAAD1DA3515}"/>
              </a:ext>
            </a:extLst>
          </p:cNvPr>
          <p:cNvPicPr>
            <a:picLocks noGrp="1" noChangeAspect="1"/>
          </p:cNvPicPr>
          <p:nvPr>
            <p:ph idx="1"/>
          </p:nvPr>
        </p:nvPicPr>
        <p:blipFill>
          <a:blip r:embed="rId2"/>
          <a:stretch>
            <a:fillRect/>
          </a:stretch>
        </p:blipFill>
        <p:spPr>
          <a:xfrm>
            <a:off x="1791153" y="2224087"/>
            <a:ext cx="8058150" cy="3900942"/>
          </a:xfrm>
        </p:spPr>
      </p:pic>
    </p:spTree>
    <p:extLst>
      <p:ext uri="{BB962C8B-B14F-4D97-AF65-F5344CB8AC3E}">
        <p14:creationId xmlns:p14="http://schemas.microsoft.com/office/powerpoint/2010/main" val="2363640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05351-D8AD-4E4A-A607-7E9EEDA3C2A1}"/>
              </a:ext>
            </a:extLst>
          </p:cNvPr>
          <p:cNvSpPr>
            <a:spLocks noGrp="1"/>
          </p:cNvSpPr>
          <p:nvPr>
            <p:ph type="title"/>
          </p:nvPr>
        </p:nvSpPr>
        <p:spPr/>
        <p:txBody>
          <a:bodyPr/>
          <a:lstStyle/>
          <a:p>
            <a:r>
              <a:rPr lang="en-US" dirty="0"/>
              <a:t>More About Pushing Code to bitbucket</a:t>
            </a:r>
          </a:p>
        </p:txBody>
      </p:sp>
      <p:sp>
        <p:nvSpPr>
          <p:cNvPr id="3" name="Content Placeholder 2">
            <a:extLst>
              <a:ext uri="{FF2B5EF4-FFF2-40B4-BE49-F238E27FC236}">
                <a16:creationId xmlns:a16="http://schemas.microsoft.com/office/drawing/2014/main" id="{AD931429-429A-40CA-AA35-2E2255A671FC}"/>
              </a:ext>
            </a:extLst>
          </p:cNvPr>
          <p:cNvSpPr>
            <a:spLocks noGrp="1"/>
          </p:cNvSpPr>
          <p:nvPr>
            <p:ph idx="1"/>
          </p:nvPr>
        </p:nvSpPr>
        <p:spPr/>
        <p:txBody>
          <a:bodyPr/>
          <a:lstStyle/>
          <a:p>
            <a:r>
              <a:rPr lang="en-US" dirty="0"/>
              <a:t>When you develop code on your local workstation your git changes on your currently checkout out branch are being tracked locally per each commit that is made</a:t>
            </a:r>
          </a:p>
          <a:p>
            <a:r>
              <a:rPr lang="en-US" dirty="0"/>
              <a:t>You will not be able to push changes to bitbucket unless the local repository exists in the remote bitbucket repository or unless you manually set is as an upstream to another branch in the bitbucket repository(</a:t>
            </a:r>
            <a:r>
              <a:rPr lang="en-US" dirty="0">
                <a:solidFill>
                  <a:srgbClr val="FF0000"/>
                </a:solidFill>
              </a:rPr>
              <a:t>which I don’t recommend</a:t>
            </a:r>
            <a:r>
              <a:rPr lang="en-US" dirty="0"/>
              <a:t>)</a:t>
            </a:r>
          </a:p>
          <a:p>
            <a:r>
              <a:rPr lang="en-US" dirty="0"/>
              <a:t>When you push your branch as an upstream from your local repo it allows your branch to begin being tracked in Bitbucket cloud</a:t>
            </a:r>
          </a:p>
        </p:txBody>
      </p:sp>
    </p:spTree>
    <p:extLst>
      <p:ext uri="{BB962C8B-B14F-4D97-AF65-F5344CB8AC3E}">
        <p14:creationId xmlns:p14="http://schemas.microsoft.com/office/powerpoint/2010/main" val="2192512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7E993-C28A-4C72-AC3B-F4787A0F08EC}"/>
              </a:ext>
            </a:extLst>
          </p:cNvPr>
          <p:cNvSpPr>
            <a:spLocks noGrp="1"/>
          </p:cNvSpPr>
          <p:nvPr>
            <p:ph type="title"/>
          </p:nvPr>
        </p:nvSpPr>
        <p:spPr/>
        <p:txBody>
          <a:bodyPr/>
          <a:lstStyle/>
          <a:p>
            <a:pPr algn="ctr"/>
            <a:r>
              <a:rPr lang="en-US" dirty="0"/>
              <a:t>More about Pushing Code to Bitbucket</a:t>
            </a:r>
          </a:p>
        </p:txBody>
      </p:sp>
      <p:sp>
        <p:nvSpPr>
          <p:cNvPr id="3" name="Content Placeholder 2">
            <a:extLst>
              <a:ext uri="{FF2B5EF4-FFF2-40B4-BE49-F238E27FC236}">
                <a16:creationId xmlns:a16="http://schemas.microsoft.com/office/drawing/2014/main" id="{58B770EB-0249-40D0-9B4E-5C2EF356CBD3}"/>
              </a:ext>
            </a:extLst>
          </p:cNvPr>
          <p:cNvSpPr>
            <a:spLocks noGrp="1"/>
          </p:cNvSpPr>
          <p:nvPr>
            <p:ph idx="1"/>
          </p:nvPr>
        </p:nvSpPr>
        <p:spPr/>
        <p:txBody>
          <a:bodyPr/>
          <a:lstStyle/>
          <a:p>
            <a:r>
              <a:rPr lang="en-US" dirty="0"/>
              <a:t>After your feature branch is pushed upstream to the remote repository you will not have to execute the upstream flag going forward when your wish to push more changes to that feature branch because it is already being tracked in the remote repo. </a:t>
            </a:r>
          </a:p>
          <a:p>
            <a:r>
              <a:rPr lang="en-US" dirty="0"/>
              <a:t>The command to push changes after subsequent commits going forward is </a:t>
            </a:r>
          </a:p>
          <a:p>
            <a:r>
              <a:rPr lang="en-US" b="1" dirty="0"/>
              <a:t>git push origin feature/&lt;ticket-number&gt;-feature-&lt;1,2,3,etc&gt;</a:t>
            </a:r>
          </a:p>
        </p:txBody>
      </p:sp>
    </p:spTree>
    <p:extLst>
      <p:ext uri="{BB962C8B-B14F-4D97-AF65-F5344CB8AC3E}">
        <p14:creationId xmlns:p14="http://schemas.microsoft.com/office/powerpoint/2010/main" val="3811036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529E-CBB1-485E-BF74-DA6499B6E5CA}"/>
              </a:ext>
            </a:extLst>
          </p:cNvPr>
          <p:cNvSpPr>
            <a:spLocks noGrp="1"/>
          </p:cNvSpPr>
          <p:nvPr>
            <p:ph type="title"/>
          </p:nvPr>
        </p:nvSpPr>
        <p:spPr/>
        <p:txBody>
          <a:bodyPr/>
          <a:lstStyle/>
          <a:p>
            <a:r>
              <a:rPr lang="en-US" dirty="0"/>
              <a:t>Validate the New Branch is Created in Bitbucket with Your Changes</a:t>
            </a:r>
          </a:p>
        </p:txBody>
      </p:sp>
      <p:pic>
        <p:nvPicPr>
          <p:cNvPr id="5" name="Picture 4">
            <a:extLst>
              <a:ext uri="{FF2B5EF4-FFF2-40B4-BE49-F238E27FC236}">
                <a16:creationId xmlns:a16="http://schemas.microsoft.com/office/drawing/2014/main" id="{C967113C-1C36-4480-A65B-F0030CFAA49F}"/>
              </a:ext>
            </a:extLst>
          </p:cNvPr>
          <p:cNvPicPr>
            <a:picLocks noChangeAspect="1"/>
          </p:cNvPicPr>
          <p:nvPr/>
        </p:nvPicPr>
        <p:blipFill>
          <a:blip r:embed="rId2"/>
          <a:stretch>
            <a:fillRect/>
          </a:stretch>
        </p:blipFill>
        <p:spPr>
          <a:xfrm>
            <a:off x="542921" y="1690688"/>
            <a:ext cx="9921880" cy="4117259"/>
          </a:xfrm>
          <a:prstGeom prst="rect">
            <a:avLst/>
          </a:prstGeom>
        </p:spPr>
      </p:pic>
    </p:spTree>
    <p:extLst>
      <p:ext uri="{BB962C8B-B14F-4D97-AF65-F5344CB8AC3E}">
        <p14:creationId xmlns:p14="http://schemas.microsoft.com/office/powerpoint/2010/main" val="2435080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7293-7ED9-49EA-B7A2-DCD9FBFD6D2B}"/>
              </a:ext>
            </a:extLst>
          </p:cNvPr>
          <p:cNvSpPr>
            <a:spLocks noGrp="1"/>
          </p:cNvSpPr>
          <p:nvPr>
            <p:ph type="title"/>
          </p:nvPr>
        </p:nvSpPr>
        <p:spPr/>
        <p:txBody>
          <a:bodyPr/>
          <a:lstStyle/>
          <a:p>
            <a:r>
              <a:rPr lang="en-US" dirty="0"/>
              <a:t>Validate a Bitbucket Pipeline Job has Executed</a:t>
            </a:r>
          </a:p>
        </p:txBody>
      </p:sp>
      <p:pic>
        <p:nvPicPr>
          <p:cNvPr id="5" name="Content Placeholder 4">
            <a:extLst>
              <a:ext uri="{FF2B5EF4-FFF2-40B4-BE49-F238E27FC236}">
                <a16:creationId xmlns:a16="http://schemas.microsoft.com/office/drawing/2014/main" id="{34B599E1-0E32-424F-AB95-F4A866EA9584}"/>
              </a:ext>
            </a:extLst>
          </p:cNvPr>
          <p:cNvPicPr>
            <a:picLocks noGrp="1" noChangeAspect="1"/>
          </p:cNvPicPr>
          <p:nvPr>
            <p:ph idx="1"/>
          </p:nvPr>
        </p:nvPicPr>
        <p:blipFill>
          <a:blip r:embed="rId2"/>
          <a:stretch>
            <a:fillRect/>
          </a:stretch>
        </p:blipFill>
        <p:spPr>
          <a:xfrm>
            <a:off x="838200" y="2208388"/>
            <a:ext cx="10515600" cy="3585811"/>
          </a:xfrm>
        </p:spPr>
      </p:pic>
    </p:spTree>
    <p:extLst>
      <p:ext uri="{BB962C8B-B14F-4D97-AF65-F5344CB8AC3E}">
        <p14:creationId xmlns:p14="http://schemas.microsoft.com/office/powerpoint/2010/main" val="2357751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0C3A8-3EA5-45E7-AB0B-94068310F356}"/>
              </a:ext>
            </a:extLst>
          </p:cNvPr>
          <p:cNvSpPr>
            <a:spLocks noGrp="1"/>
          </p:cNvSpPr>
          <p:nvPr>
            <p:ph type="title"/>
          </p:nvPr>
        </p:nvSpPr>
        <p:spPr/>
        <p:txBody>
          <a:bodyPr/>
          <a:lstStyle/>
          <a:p>
            <a:r>
              <a:rPr lang="en-US" dirty="0"/>
              <a:t>More About the Bitbucket Pipeline Execution</a:t>
            </a:r>
          </a:p>
        </p:txBody>
      </p:sp>
      <p:sp>
        <p:nvSpPr>
          <p:cNvPr id="3" name="Content Placeholder 2">
            <a:extLst>
              <a:ext uri="{FF2B5EF4-FFF2-40B4-BE49-F238E27FC236}">
                <a16:creationId xmlns:a16="http://schemas.microsoft.com/office/drawing/2014/main" id="{DBB0CD18-EB41-41C5-819A-700FA49D190F}"/>
              </a:ext>
            </a:extLst>
          </p:cNvPr>
          <p:cNvSpPr>
            <a:spLocks noGrp="1"/>
          </p:cNvSpPr>
          <p:nvPr>
            <p:ph idx="1"/>
          </p:nvPr>
        </p:nvSpPr>
        <p:spPr/>
        <p:txBody>
          <a:bodyPr/>
          <a:lstStyle/>
          <a:p>
            <a:r>
              <a:rPr lang="en-US" dirty="0"/>
              <a:t>You can find the pipelines section in bitbucket on the left side of the user interface from the list of choices to select</a:t>
            </a:r>
          </a:p>
          <a:p>
            <a:r>
              <a:rPr lang="en-US" dirty="0"/>
              <a:t>When we </a:t>
            </a:r>
            <a:r>
              <a:rPr lang="en-US" dirty="0" err="1"/>
              <a:t>unhashed</a:t>
            </a:r>
            <a:r>
              <a:rPr lang="en-US" dirty="0"/>
              <a:t> line 7-10 in the bitbucket-</a:t>
            </a:r>
            <a:r>
              <a:rPr lang="en-US" dirty="0" err="1"/>
              <a:t>pipelines.yml</a:t>
            </a:r>
            <a:r>
              <a:rPr lang="en-US" dirty="0"/>
              <a:t> file and included our feature branch name this allowed an automatic pipeline execution regarding branch pipeline clause line 4 of the bitbucket-</a:t>
            </a:r>
            <a:r>
              <a:rPr lang="en-US" dirty="0" err="1"/>
              <a:t>pipelines.yml</a:t>
            </a:r>
            <a:r>
              <a:rPr lang="en-US" dirty="0"/>
              <a:t>.</a:t>
            </a:r>
          </a:p>
          <a:p>
            <a:r>
              <a:rPr lang="en-US" b="1" dirty="0"/>
              <a:t>Troubleshooting:</a:t>
            </a:r>
            <a:r>
              <a:rPr lang="en-US" dirty="0"/>
              <a:t> If the pipeline does not execute automatically per pushing the new feature branch upstream to bitbucket or updating the remote repo from your local changes with subsequent ‘git push’ executions then the syntax of your branch name in line 7 is incorrect</a:t>
            </a:r>
          </a:p>
        </p:txBody>
      </p:sp>
    </p:spTree>
    <p:extLst>
      <p:ext uri="{BB962C8B-B14F-4D97-AF65-F5344CB8AC3E}">
        <p14:creationId xmlns:p14="http://schemas.microsoft.com/office/powerpoint/2010/main" val="1281010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5631F-E31D-43A2-A2CF-250784DBB595}"/>
              </a:ext>
            </a:extLst>
          </p:cNvPr>
          <p:cNvSpPr>
            <a:spLocks noGrp="1"/>
          </p:cNvSpPr>
          <p:nvPr>
            <p:ph type="title"/>
          </p:nvPr>
        </p:nvSpPr>
        <p:spPr/>
        <p:txBody>
          <a:bodyPr/>
          <a:lstStyle/>
          <a:p>
            <a:r>
              <a:rPr lang="en-US" dirty="0"/>
              <a:t>Merge Feature Changes to the 1.(x).0-build-(1,2,3) Branch</a:t>
            </a:r>
          </a:p>
        </p:txBody>
      </p:sp>
      <p:sp>
        <p:nvSpPr>
          <p:cNvPr id="3" name="Content Placeholder 2">
            <a:extLst>
              <a:ext uri="{FF2B5EF4-FFF2-40B4-BE49-F238E27FC236}">
                <a16:creationId xmlns:a16="http://schemas.microsoft.com/office/drawing/2014/main" id="{3BD52BB3-065F-4815-8194-5EBD3F08B635}"/>
              </a:ext>
            </a:extLst>
          </p:cNvPr>
          <p:cNvSpPr>
            <a:spLocks noGrp="1"/>
          </p:cNvSpPr>
          <p:nvPr>
            <p:ph idx="1"/>
          </p:nvPr>
        </p:nvSpPr>
        <p:spPr/>
        <p:txBody>
          <a:bodyPr/>
          <a:lstStyle/>
          <a:p>
            <a:r>
              <a:rPr lang="en-US" dirty="0"/>
              <a:t>Checkout remote build branch Git checkout origin/1.6.0-B1</a:t>
            </a:r>
          </a:p>
          <a:p>
            <a:r>
              <a:rPr lang="en-US" dirty="0"/>
              <a:t>Create and checkout local branch from the checked out remote branch</a:t>
            </a:r>
          </a:p>
          <a:p>
            <a:pPr lvl="1"/>
            <a:r>
              <a:rPr lang="en-US" dirty="0"/>
              <a:t>Git checkout -b 1.6.0-B1</a:t>
            </a:r>
          </a:p>
          <a:p>
            <a:r>
              <a:rPr lang="en-US" dirty="0"/>
              <a:t>Merge your feature branch changes into your local copy of the remote build branch</a:t>
            </a:r>
          </a:p>
          <a:p>
            <a:pPr lvl="1"/>
            <a:r>
              <a:rPr lang="en-US" dirty="0"/>
              <a:t>Git merge feature/&lt;IFMS-ticket-number&gt;-feature-1</a:t>
            </a:r>
          </a:p>
          <a:p>
            <a:pPr lvl="1"/>
            <a:endParaRPr lang="en-US" dirty="0"/>
          </a:p>
        </p:txBody>
      </p:sp>
    </p:spTree>
    <p:extLst>
      <p:ext uri="{BB962C8B-B14F-4D97-AF65-F5344CB8AC3E}">
        <p14:creationId xmlns:p14="http://schemas.microsoft.com/office/powerpoint/2010/main" val="3914852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48CAC-0F05-4D0A-815D-B181216B3C2F}"/>
              </a:ext>
            </a:extLst>
          </p:cNvPr>
          <p:cNvSpPr>
            <a:spLocks noGrp="1"/>
          </p:cNvSpPr>
          <p:nvPr>
            <p:ph type="title"/>
          </p:nvPr>
        </p:nvSpPr>
        <p:spPr/>
        <p:txBody>
          <a:bodyPr/>
          <a:lstStyle/>
          <a:p>
            <a:r>
              <a:rPr lang="en-US" dirty="0"/>
              <a:t>Resolving Merge Conflicts</a:t>
            </a:r>
          </a:p>
        </p:txBody>
      </p:sp>
      <p:sp>
        <p:nvSpPr>
          <p:cNvPr id="3" name="Content Placeholder 2">
            <a:extLst>
              <a:ext uri="{FF2B5EF4-FFF2-40B4-BE49-F238E27FC236}">
                <a16:creationId xmlns:a16="http://schemas.microsoft.com/office/drawing/2014/main" id="{4719C34B-ECA6-462C-AD4A-C3097AC424E5}"/>
              </a:ext>
            </a:extLst>
          </p:cNvPr>
          <p:cNvSpPr>
            <a:spLocks noGrp="1"/>
          </p:cNvSpPr>
          <p:nvPr>
            <p:ph idx="1"/>
          </p:nvPr>
        </p:nvSpPr>
        <p:spPr/>
        <p:txBody>
          <a:bodyPr/>
          <a:lstStyle/>
          <a:p>
            <a:r>
              <a:rPr lang="en-US" dirty="0"/>
              <a:t>Open the file in </a:t>
            </a:r>
            <a:r>
              <a:rPr lang="en-US" dirty="0" err="1"/>
              <a:t>vscode</a:t>
            </a:r>
            <a:r>
              <a:rPr lang="en-US" dirty="0"/>
              <a:t> while having the build branch checkout out</a:t>
            </a:r>
          </a:p>
          <a:p>
            <a:r>
              <a:rPr lang="en-US" dirty="0"/>
              <a:t>There should be an automatic prompt allowing you to select the changes you want to keep and the changes you do not want to keep</a:t>
            </a:r>
          </a:p>
          <a:p>
            <a:r>
              <a:rPr lang="en-US" dirty="0"/>
              <a:t>After the changes are made restage your changes with ‘git add *’</a:t>
            </a:r>
          </a:p>
          <a:p>
            <a:r>
              <a:rPr lang="en-US" dirty="0"/>
              <a:t>Create a commit and push your changes with ‘git commit –m “&lt;</a:t>
            </a:r>
            <a:r>
              <a:rPr lang="en-US" dirty="0" err="1"/>
              <a:t>ifms</a:t>
            </a:r>
            <a:r>
              <a:rPr lang="en-US" dirty="0"/>
              <a:t>-ticket-number&gt; commit message”</a:t>
            </a:r>
          </a:p>
          <a:p>
            <a:r>
              <a:rPr lang="en-US" dirty="0"/>
              <a:t>Push your changes to the build branch</a:t>
            </a:r>
          </a:p>
          <a:p>
            <a:r>
              <a:rPr lang="en-US" dirty="0"/>
              <a:t>Git push origin &lt;build branch name&gt;</a:t>
            </a:r>
          </a:p>
        </p:txBody>
      </p:sp>
    </p:spTree>
    <p:extLst>
      <p:ext uri="{BB962C8B-B14F-4D97-AF65-F5344CB8AC3E}">
        <p14:creationId xmlns:p14="http://schemas.microsoft.com/office/powerpoint/2010/main" val="3409459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6F160-E1D2-493B-AA7F-3D72EB8791BB}"/>
              </a:ext>
            </a:extLst>
          </p:cNvPr>
          <p:cNvSpPr>
            <a:spLocks noGrp="1"/>
          </p:cNvSpPr>
          <p:nvPr>
            <p:ph type="title"/>
          </p:nvPr>
        </p:nvSpPr>
        <p:spPr/>
        <p:txBody>
          <a:bodyPr/>
          <a:lstStyle/>
          <a:p>
            <a:pPr algn="ctr"/>
            <a:r>
              <a:rPr lang="en-US" dirty="0"/>
              <a:t>Deployment to </a:t>
            </a:r>
            <a:r>
              <a:rPr lang="en-US" dirty="0" err="1"/>
              <a:t>AlphaR</a:t>
            </a:r>
            <a:endParaRPr lang="en-US" dirty="0"/>
          </a:p>
        </p:txBody>
      </p:sp>
      <p:sp>
        <p:nvSpPr>
          <p:cNvPr id="3" name="Content Placeholder 2">
            <a:extLst>
              <a:ext uri="{FF2B5EF4-FFF2-40B4-BE49-F238E27FC236}">
                <a16:creationId xmlns:a16="http://schemas.microsoft.com/office/drawing/2014/main" id="{CB41D532-6B55-401F-9D35-AA8084D54006}"/>
              </a:ext>
            </a:extLst>
          </p:cNvPr>
          <p:cNvSpPr>
            <a:spLocks noGrp="1"/>
          </p:cNvSpPr>
          <p:nvPr>
            <p:ph idx="1"/>
          </p:nvPr>
        </p:nvSpPr>
        <p:spPr/>
        <p:txBody>
          <a:bodyPr/>
          <a:lstStyle/>
          <a:p>
            <a:r>
              <a:rPr lang="en-US" dirty="0"/>
              <a:t>When your code is pushed to the build branch (please see branch 1.6.0-B1 bitbucket-</a:t>
            </a:r>
            <a:r>
              <a:rPr lang="en-US" dirty="0" err="1"/>
              <a:t>pipelines.yml</a:t>
            </a:r>
            <a:r>
              <a:rPr lang="en-US" dirty="0"/>
              <a:t> file for your reference and example) the bitbucket pipeline will execute a pipeline deploy action into the </a:t>
            </a:r>
            <a:r>
              <a:rPr lang="en-US" dirty="0" err="1"/>
              <a:t>alphaR</a:t>
            </a:r>
            <a:r>
              <a:rPr lang="en-US" dirty="0"/>
              <a:t> environment </a:t>
            </a:r>
          </a:p>
          <a:p>
            <a:r>
              <a:rPr lang="en-US" dirty="0"/>
              <a:t>This is configured to deploy only into the </a:t>
            </a:r>
            <a:r>
              <a:rPr lang="en-US" dirty="0" err="1"/>
              <a:t>alpharR</a:t>
            </a:r>
            <a:r>
              <a:rPr lang="en-US" dirty="0"/>
              <a:t> environment but as an option you can update the bitbucket </a:t>
            </a:r>
            <a:r>
              <a:rPr lang="en-US" dirty="0" err="1"/>
              <a:t>pipelines.yml</a:t>
            </a:r>
            <a:r>
              <a:rPr lang="en-US" dirty="0"/>
              <a:t> file to deploy into </a:t>
            </a:r>
            <a:r>
              <a:rPr lang="en-US" dirty="0" err="1"/>
              <a:t>BetaR</a:t>
            </a:r>
            <a:r>
              <a:rPr lang="en-US" dirty="0"/>
              <a:t> once you feel your changes are complete and satisfactory</a:t>
            </a:r>
          </a:p>
        </p:txBody>
      </p:sp>
    </p:spTree>
    <p:extLst>
      <p:ext uri="{BB962C8B-B14F-4D97-AF65-F5344CB8AC3E}">
        <p14:creationId xmlns:p14="http://schemas.microsoft.com/office/powerpoint/2010/main" val="4072304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27DD5-C6AF-49F6-8939-868A3EBC9664}"/>
              </a:ext>
            </a:extLst>
          </p:cNvPr>
          <p:cNvSpPr>
            <a:spLocks noGrp="1"/>
          </p:cNvSpPr>
          <p:nvPr>
            <p:ph type="title"/>
          </p:nvPr>
        </p:nvSpPr>
        <p:spPr/>
        <p:txBody>
          <a:bodyPr/>
          <a:lstStyle/>
          <a:p>
            <a:pPr algn="ctr"/>
            <a:r>
              <a:rPr lang="en-US" dirty="0"/>
              <a:t>Why is this Method Important</a:t>
            </a:r>
          </a:p>
        </p:txBody>
      </p:sp>
      <p:sp>
        <p:nvSpPr>
          <p:cNvPr id="3" name="Content Placeholder 2">
            <a:extLst>
              <a:ext uri="{FF2B5EF4-FFF2-40B4-BE49-F238E27FC236}">
                <a16:creationId xmlns:a16="http://schemas.microsoft.com/office/drawing/2014/main" id="{422899F1-36D8-464B-9426-8A47141557F4}"/>
              </a:ext>
            </a:extLst>
          </p:cNvPr>
          <p:cNvSpPr>
            <a:spLocks noGrp="1"/>
          </p:cNvSpPr>
          <p:nvPr>
            <p:ph idx="1"/>
          </p:nvPr>
        </p:nvSpPr>
        <p:spPr/>
        <p:txBody>
          <a:bodyPr>
            <a:normAutofit fontScale="92500" lnSpcReduction="20000"/>
          </a:bodyPr>
          <a:lstStyle/>
          <a:p>
            <a:r>
              <a:rPr lang="en-US" dirty="0"/>
              <a:t>This method is important because we want the repository to track changes correctly while also ensuring that each developer consistently has the most recent up to date code deployed in the </a:t>
            </a:r>
            <a:r>
              <a:rPr lang="en-US" dirty="0" err="1"/>
              <a:t>AlphaR</a:t>
            </a:r>
            <a:r>
              <a:rPr lang="en-US" dirty="0"/>
              <a:t> or </a:t>
            </a:r>
            <a:r>
              <a:rPr lang="en-US" dirty="0" err="1"/>
              <a:t>BetaR</a:t>
            </a:r>
            <a:r>
              <a:rPr lang="en-US" dirty="0"/>
              <a:t> sandboxes. </a:t>
            </a:r>
          </a:p>
          <a:p>
            <a:r>
              <a:rPr lang="en-US" dirty="0"/>
              <a:t>When code is pulled from the </a:t>
            </a:r>
            <a:r>
              <a:rPr lang="en-US" dirty="0" err="1"/>
              <a:t>scratchorgs</a:t>
            </a:r>
            <a:r>
              <a:rPr lang="en-US" dirty="0"/>
              <a:t> via </a:t>
            </a:r>
            <a:r>
              <a:rPr lang="en-US" dirty="0" err="1"/>
              <a:t>vscode</a:t>
            </a:r>
            <a:r>
              <a:rPr lang="en-US" dirty="0"/>
              <a:t> and deployed via </a:t>
            </a:r>
            <a:r>
              <a:rPr lang="en-US" dirty="0" err="1"/>
              <a:t>vscode</a:t>
            </a:r>
            <a:r>
              <a:rPr lang="en-US" dirty="0"/>
              <a:t> changes are not tracked in the repository and this gets us in a compliance issue. Down the line it does not bode well for us during auditing</a:t>
            </a:r>
          </a:p>
          <a:p>
            <a:r>
              <a:rPr lang="en-US" dirty="0"/>
              <a:t>However, when a developer uses the </a:t>
            </a:r>
            <a:r>
              <a:rPr lang="en-US" dirty="0" err="1"/>
              <a:t>Gitflow</a:t>
            </a:r>
            <a:r>
              <a:rPr lang="en-US" dirty="0"/>
              <a:t> model as </a:t>
            </a:r>
            <a:r>
              <a:rPr lang="en-US" dirty="0" err="1"/>
              <a:t>demo’d</a:t>
            </a:r>
            <a:r>
              <a:rPr lang="en-US" dirty="0"/>
              <a:t> above, whenever a merge is to occur into a branch , the git software will first force the developer's local system to pull any updated changes that exists in the sandboxes before the code becomes deployed. This provides visual proof that code is stable and will assist us with code troubleshooting  by allowing us the ability to track down changes individually by observing each specified point of change in the branch history. </a:t>
            </a:r>
          </a:p>
        </p:txBody>
      </p:sp>
    </p:spTree>
    <p:extLst>
      <p:ext uri="{BB962C8B-B14F-4D97-AF65-F5344CB8AC3E}">
        <p14:creationId xmlns:p14="http://schemas.microsoft.com/office/powerpoint/2010/main" val="26140023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81A1-F95E-4EB6-9B17-7CFC0214B059}"/>
              </a:ext>
            </a:extLst>
          </p:cNvPr>
          <p:cNvSpPr>
            <a:spLocks noGrp="1"/>
          </p:cNvSpPr>
          <p:nvPr>
            <p:ph type="title"/>
          </p:nvPr>
        </p:nvSpPr>
        <p:spPr/>
        <p:txBody>
          <a:bodyPr/>
          <a:lstStyle/>
          <a:p>
            <a:pPr algn="ctr"/>
            <a:r>
              <a:rPr lang="en-US" dirty="0"/>
              <a:t>Questions?</a:t>
            </a:r>
          </a:p>
        </p:txBody>
      </p:sp>
      <p:sp>
        <p:nvSpPr>
          <p:cNvPr id="3" name="Content Placeholder 2">
            <a:extLst>
              <a:ext uri="{FF2B5EF4-FFF2-40B4-BE49-F238E27FC236}">
                <a16:creationId xmlns:a16="http://schemas.microsoft.com/office/drawing/2014/main" id="{E04C93E3-1030-4247-B2F5-1D1A6B0D7D6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42542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9770</TotalTime>
  <Words>1553</Words>
  <Application>Microsoft Office PowerPoint</Application>
  <PresentationFormat>Widescreen</PresentationFormat>
  <Paragraphs>109</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Calibri Light</vt:lpstr>
      <vt:lpstr>Office Theme</vt:lpstr>
      <vt:lpstr>IFMS Source Code Management Strategy v.1</vt:lpstr>
      <vt:lpstr>Introduction</vt:lpstr>
      <vt:lpstr>PowerPoint Presentation</vt:lpstr>
      <vt:lpstr>Tools</vt:lpstr>
      <vt:lpstr>Open bash terminal in vscode</vt:lpstr>
      <vt:lpstr>Navigate to your Desktop</vt:lpstr>
      <vt:lpstr>Create and execute into local directory</vt:lpstr>
      <vt:lpstr>Initialize your repository</vt:lpstr>
      <vt:lpstr>Clone the IFMS Repo from Bitbucket</vt:lpstr>
      <vt:lpstr>Clone the IFMS Repo from Bitbucket</vt:lpstr>
      <vt:lpstr>Add the IFMS  as a remote repository in git</vt:lpstr>
      <vt:lpstr>Navigate Into the Cloned Repository</vt:lpstr>
      <vt:lpstr>Checkout the Remote “Blank-branch”</vt:lpstr>
      <vt:lpstr>Create and checkout git local feature branch from “Blank-Branch”</vt:lpstr>
      <vt:lpstr>Rules to Creating Feature Branches</vt:lpstr>
      <vt:lpstr>Make Changes and Update Package.xml</vt:lpstr>
      <vt:lpstr>Update the bitbucket-pipelines.yml File</vt:lpstr>
      <vt:lpstr>Update the bitbucket-pipelines.yml File</vt:lpstr>
      <vt:lpstr>Stage and Verify Changes</vt:lpstr>
      <vt:lpstr>More about Staging Changes</vt:lpstr>
      <vt:lpstr>Commit Staged Changes to be Tracked</vt:lpstr>
      <vt:lpstr>Rules to Committing Code</vt:lpstr>
      <vt:lpstr>Push the Feature Branch Upstream to Bitbucket</vt:lpstr>
      <vt:lpstr>More About Pushing Code to bitbucket</vt:lpstr>
      <vt:lpstr>More about Pushing Code to Bitbucket</vt:lpstr>
      <vt:lpstr>Validate the New Branch is Created in Bitbucket with Your Changes</vt:lpstr>
      <vt:lpstr>Validate a Bitbucket Pipeline Job has Executed</vt:lpstr>
      <vt:lpstr>More About the Bitbucket Pipeline Execution</vt:lpstr>
      <vt:lpstr>Merge Feature Changes to the 1.(x).0-build-(1,2,3) Branch</vt:lpstr>
      <vt:lpstr>Resolving Merge Conflicts</vt:lpstr>
      <vt:lpstr>Deployment to AlphaR</vt:lpstr>
      <vt:lpstr>Why is this Method Important</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Rules on using Bitbucket Pipelines</dc:title>
  <dc:creator>Owusu-Sampah, Nicholas - US</dc:creator>
  <cp:lastModifiedBy>Owusu-Sampah, Nicholas - US</cp:lastModifiedBy>
  <cp:revision>3</cp:revision>
  <dcterms:created xsi:type="dcterms:W3CDTF">2021-09-03T17:51:17Z</dcterms:created>
  <dcterms:modified xsi:type="dcterms:W3CDTF">2021-09-10T16:34:06Z</dcterms:modified>
</cp:coreProperties>
</file>