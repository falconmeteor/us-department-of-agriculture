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8DED9-C329-459C-AA07-0B32D06A912E}" v="4" dt="2022-02-21T15:45:35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usu-Sampah, Nicholas - US" userId="1439324a-984a-4c8a-9a42-8415f619ab37" providerId="ADAL" clId="{9478DED9-C329-459C-AA07-0B32D06A912E}"/>
    <pc:docChg chg="custSel addSld delSld modSld">
      <pc:chgData name="Owusu-Sampah, Nicholas - US" userId="1439324a-984a-4c8a-9a42-8415f619ab37" providerId="ADAL" clId="{9478DED9-C329-459C-AA07-0B32D06A912E}" dt="2022-02-21T16:00:10.715" v="1500" actId="20577"/>
      <pc:docMkLst>
        <pc:docMk/>
      </pc:docMkLst>
      <pc:sldChg chg="modSp mod">
        <pc:chgData name="Owusu-Sampah, Nicholas - US" userId="1439324a-984a-4c8a-9a42-8415f619ab37" providerId="ADAL" clId="{9478DED9-C329-459C-AA07-0B32D06A912E}" dt="2022-02-21T16:00:10.715" v="1500" actId="20577"/>
        <pc:sldMkLst>
          <pc:docMk/>
          <pc:sldMk cId="3525784328" sldId="256"/>
        </pc:sldMkLst>
        <pc:spChg chg="mod">
          <ac:chgData name="Owusu-Sampah, Nicholas - US" userId="1439324a-984a-4c8a-9a42-8415f619ab37" providerId="ADAL" clId="{9478DED9-C329-459C-AA07-0B32D06A912E}" dt="2022-02-21T16:00:10.715" v="1500" actId="20577"/>
          <ac:spMkLst>
            <pc:docMk/>
            <pc:sldMk cId="3525784328" sldId="256"/>
            <ac:spMk id="2" creationId="{51D78F15-A746-42E0-893D-9CC16D3B1DF5}"/>
          </ac:spMkLst>
        </pc:spChg>
      </pc:sldChg>
      <pc:sldChg chg="addSp modSp mod">
        <pc:chgData name="Owusu-Sampah, Nicholas - US" userId="1439324a-984a-4c8a-9a42-8415f619ab37" providerId="ADAL" clId="{9478DED9-C329-459C-AA07-0B32D06A912E}" dt="2022-02-21T15:29:33.008" v="92" actId="1076"/>
        <pc:sldMkLst>
          <pc:docMk/>
          <pc:sldMk cId="1720524471" sldId="257"/>
        </pc:sldMkLst>
        <pc:spChg chg="mod">
          <ac:chgData name="Owusu-Sampah, Nicholas - US" userId="1439324a-984a-4c8a-9a42-8415f619ab37" providerId="ADAL" clId="{9478DED9-C329-459C-AA07-0B32D06A912E}" dt="2022-02-21T14:58:24.297" v="11" actId="122"/>
          <ac:spMkLst>
            <pc:docMk/>
            <pc:sldMk cId="1720524471" sldId="257"/>
            <ac:spMk id="2" creationId="{289113DA-C2C8-426B-84F5-5AC53C055E98}"/>
          </ac:spMkLst>
        </pc:spChg>
        <pc:spChg chg="mod">
          <ac:chgData name="Owusu-Sampah, Nicholas - US" userId="1439324a-984a-4c8a-9a42-8415f619ab37" providerId="ADAL" clId="{9478DED9-C329-459C-AA07-0B32D06A912E}" dt="2022-02-21T15:28:37.093" v="89" actId="20577"/>
          <ac:spMkLst>
            <pc:docMk/>
            <pc:sldMk cId="1720524471" sldId="257"/>
            <ac:spMk id="3" creationId="{34FEF65F-0FAA-4923-8A69-C8A7A59C6569}"/>
          </ac:spMkLst>
        </pc:spChg>
        <pc:picChg chg="add mod">
          <ac:chgData name="Owusu-Sampah, Nicholas - US" userId="1439324a-984a-4c8a-9a42-8415f619ab37" providerId="ADAL" clId="{9478DED9-C329-459C-AA07-0B32D06A912E}" dt="2022-02-21T15:29:33.008" v="92" actId="1076"/>
          <ac:picMkLst>
            <pc:docMk/>
            <pc:sldMk cId="1720524471" sldId="257"/>
            <ac:picMk id="5" creationId="{3DD8A6CB-2201-4ECB-879E-D0AEF46CADEE}"/>
          </ac:picMkLst>
        </pc:picChg>
      </pc:sldChg>
      <pc:sldChg chg="addSp modSp mod">
        <pc:chgData name="Owusu-Sampah, Nicholas - US" userId="1439324a-984a-4c8a-9a42-8415f619ab37" providerId="ADAL" clId="{9478DED9-C329-459C-AA07-0B32D06A912E}" dt="2022-02-21T15:30:33.265" v="130" actId="1076"/>
        <pc:sldMkLst>
          <pc:docMk/>
          <pc:sldMk cId="1345238184" sldId="258"/>
        </pc:sldMkLst>
        <pc:spChg chg="mod">
          <ac:chgData name="Owusu-Sampah, Nicholas - US" userId="1439324a-984a-4c8a-9a42-8415f619ab37" providerId="ADAL" clId="{9478DED9-C329-459C-AA07-0B32D06A912E}" dt="2022-02-21T14:58:17.526" v="9" actId="122"/>
          <ac:spMkLst>
            <pc:docMk/>
            <pc:sldMk cId="1345238184" sldId="258"/>
            <ac:spMk id="2" creationId="{23A27DF5-0712-412C-B52E-829907D13358}"/>
          </ac:spMkLst>
        </pc:spChg>
        <pc:spChg chg="mod">
          <ac:chgData name="Owusu-Sampah, Nicholas - US" userId="1439324a-984a-4c8a-9a42-8415f619ab37" providerId="ADAL" clId="{9478DED9-C329-459C-AA07-0B32D06A912E}" dt="2022-02-21T15:29:49.388" v="128" actId="20577"/>
          <ac:spMkLst>
            <pc:docMk/>
            <pc:sldMk cId="1345238184" sldId="258"/>
            <ac:spMk id="3" creationId="{A3AC222E-F822-4DE5-A15A-35859BA38791}"/>
          </ac:spMkLst>
        </pc:spChg>
        <pc:picChg chg="add mod">
          <ac:chgData name="Owusu-Sampah, Nicholas - US" userId="1439324a-984a-4c8a-9a42-8415f619ab37" providerId="ADAL" clId="{9478DED9-C329-459C-AA07-0B32D06A912E}" dt="2022-02-21T15:30:33.265" v="130" actId="1076"/>
          <ac:picMkLst>
            <pc:docMk/>
            <pc:sldMk cId="1345238184" sldId="258"/>
            <ac:picMk id="5" creationId="{CFF472ED-0FE1-4926-BD11-B1A5E14A07AD}"/>
          </ac:picMkLst>
        </pc:picChg>
      </pc:sldChg>
      <pc:sldChg chg="addSp modSp mod">
        <pc:chgData name="Owusu-Sampah, Nicholas - US" userId="1439324a-984a-4c8a-9a42-8415f619ab37" providerId="ADAL" clId="{9478DED9-C329-459C-AA07-0B32D06A912E}" dt="2022-02-21T15:32:14.581" v="168" actId="22"/>
        <pc:sldMkLst>
          <pc:docMk/>
          <pc:sldMk cId="2432897914" sldId="259"/>
        </pc:sldMkLst>
        <pc:spChg chg="mod">
          <ac:chgData name="Owusu-Sampah, Nicholas - US" userId="1439324a-984a-4c8a-9a42-8415f619ab37" providerId="ADAL" clId="{9478DED9-C329-459C-AA07-0B32D06A912E}" dt="2022-02-21T14:58:20.292" v="10" actId="122"/>
          <ac:spMkLst>
            <pc:docMk/>
            <pc:sldMk cId="2432897914" sldId="259"/>
            <ac:spMk id="2" creationId="{3271254C-8170-40E0-A7DC-CB0597579512}"/>
          </ac:spMkLst>
        </pc:spChg>
        <pc:spChg chg="mod">
          <ac:chgData name="Owusu-Sampah, Nicholas - US" userId="1439324a-984a-4c8a-9a42-8415f619ab37" providerId="ADAL" clId="{9478DED9-C329-459C-AA07-0B32D06A912E}" dt="2022-02-21T15:32:13.523" v="167" actId="20577"/>
          <ac:spMkLst>
            <pc:docMk/>
            <pc:sldMk cId="2432897914" sldId="259"/>
            <ac:spMk id="3" creationId="{C84FBD28-CCB4-4416-9176-6C811FFAE6C3}"/>
          </ac:spMkLst>
        </pc:spChg>
        <pc:picChg chg="add">
          <ac:chgData name="Owusu-Sampah, Nicholas - US" userId="1439324a-984a-4c8a-9a42-8415f619ab37" providerId="ADAL" clId="{9478DED9-C329-459C-AA07-0B32D06A912E}" dt="2022-02-21T15:32:14.581" v="168" actId="22"/>
          <ac:picMkLst>
            <pc:docMk/>
            <pc:sldMk cId="2432897914" sldId="259"/>
            <ac:picMk id="5" creationId="{D63EC7BD-1202-4904-BC56-2E5FE41BE211}"/>
          </ac:picMkLst>
        </pc:picChg>
      </pc:sldChg>
      <pc:sldChg chg="addSp modSp mod">
        <pc:chgData name="Owusu-Sampah, Nicholas - US" userId="1439324a-984a-4c8a-9a42-8415f619ab37" providerId="ADAL" clId="{9478DED9-C329-459C-AA07-0B32D06A912E}" dt="2022-02-21T15:41:13.268" v="385" actId="1076"/>
        <pc:sldMkLst>
          <pc:docMk/>
          <pc:sldMk cId="3775024937" sldId="260"/>
        </pc:sldMkLst>
        <pc:spChg chg="mod">
          <ac:chgData name="Owusu-Sampah, Nicholas - US" userId="1439324a-984a-4c8a-9a42-8415f619ab37" providerId="ADAL" clId="{9478DED9-C329-459C-AA07-0B32D06A912E}" dt="2022-02-21T14:58:11.632" v="7" actId="122"/>
          <ac:spMkLst>
            <pc:docMk/>
            <pc:sldMk cId="3775024937" sldId="260"/>
            <ac:spMk id="2" creationId="{71CC8463-F6CC-47C7-930B-23FB925D72F4}"/>
          </ac:spMkLst>
        </pc:spChg>
        <pc:spChg chg="mod">
          <ac:chgData name="Owusu-Sampah, Nicholas - US" userId="1439324a-984a-4c8a-9a42-8415f619ab37" providerId="ADAL" clId="{9478DED9-C329-459C-AA07-0B32D06A912E}" dt="2022-02-21T15:41:08.538" v="384" actId="20577"/>
          <ac:spMkLst>
            <pc:docMk/>
            <pc:sldMk cId="3775024937" sldId="260"/>
            <ac:spMk id="3" creationId="{26D646D5-FF3E-4D6C-AAB4-A0839ED14659}"/>
          </ac:spMkLst>
        </pc:spChg>
        <pc:picChg chg="add mod">
          <ac:chgData name="Owusu-Sampah, Nicholas - US" userId="1439324a-984a-4c8a-9a42-8415f619ab37" providerId="ADAL" clId="{9478DED9-C329-459C-AA07-0B32D06A912E}" dt="2022-02-21T15:41:13.268" v="385" actId="1076"/>
          <ac:picMkLst>
            <pc:docMk/>
            <pc:sldMk cId="3775024937" sldId="260"/>
            <ac:picMk id="5" creationId="{5A9E7A4F-2D6E-452C-AE1E-F57719CCC444}"/>
          </ac:picMkLst>
        </pc:picChg>
      </pc:sldChg>
      <pc:sldChg chg="addSp delSp modSp mod">
        <pc:chgData name="Owusu-Sampah, Nicholas - US" userId="1439324a-984a-4c8a-9a42-8415f619ab37" providerId="ADAL" clId="{9478DED9-C329-459C-AA07-0B32D06A912E}" dt="2022-02-21T15:44:02.960" v="797" actId="113"/>
        <pc:sldMkLst>
          <pc:docMk/>
          <pc:sldMk cId="3654342833" sldId="261"/>
        </pc:sldMkLst>
        <pc:spChg chg="mod">
          <ac:chgData name="Owusu-Sampah, Nicholas - US" userId="1439324a-984a-4c8a-9a42-8415f619ab37" providerId="ADAL" clId="{9478DED9-C329-459C-AA07-0B32D06A912E}" dt="2022-02-21T14:58:09.447" v="6" actId="122"/>
          <ac:spMkLst>
            <pc:docMk/>
            <pc:sldMk cId="3654342833" sldId="261"/>
            <ac:spMk id="2" creationId="{D70C9F7C-1F09-48F5-A8B3-9C3AAEBE0FFA}"/>
          </ac:spMkLst>
        </pc:spChg>
        <pc:spChg chg="del">
          <ac:chgData name="Owusu-Sampah, Nicholas - US" userId="1439324a-984a-4c8a-9a42-8415f619ab37" providerId="ADAL" clId="{9478DED9-C329-459C-AA07-0B32D06A912E}" dt="2022-02-21T15:41:47.441" v="386" actId="22"/>
          <ac:spMkLst>
            <pc:docMk/>
            <pc:sldMk cId="3654342833" sldId="261"/>
            <ac:spMk id="3" creationId="{5602F747-A284-4647-94EF-CC0B60AD6DFE}"/>
          </ac:spMkLst>
        </pc:spChg>
        <pc:spChg chg="add mod">
          <ac:chgData name="Owusu-Sampah, Nicholas - US" userId="1439324a-984a-4c8a-9a42-8415f619ab37" providerId="ADAL" clId="{9478DED9-C329-459C-AA07-0B32D06A912E}" dt="2022-02-21T15:44:02.960" v="797" actId="113"/>
          <ac:spMkLst>
            <pc:docMk/>
            <pc:sldMk cId="3654342833" sldId="261"/>
            <ac:spMk id="8" creationId="{608CD6EA-F11D-471A-B635-F0FC4434A02A}"/>
          </ac:spMkLst>
        </pc:spChg>
        <pc:picChg chg="add mod ord">
          <ac:chgData name="Owusu-Sampah, Nicholas - US" userId="1439324a-984a-4c8a-9a42-8415f619ab37" providerId="ADAL" clId="{9478DED9-C329-459C-AA07-0B32D06A912E}" dt="2022-02-21T15:41:49.404" v="387" actId="1076"/>
          <ac:picMkLst>
            <pc:docMk/>
            <pc:sldMk cId="3654342833" sldId="261"/>
            <ac:picMk id="5" creationId="{79541BA7-5316-4505-BC8B-8CF1A8A54E52}"/>
          </ac:picMkLst>
        </pc:picChg>
        <pc:picChg chg="add mod">
          <ac:chgData name="Owusu-Sampah, Nicholas - US" userId="1439324a-984a-4c8a-9a42-8415f619ab37" providerId="ADAL" clId="{9478DED9-C329-459C-AA07-0B32D06A912E}" dt="2022-02-21T15:42:11.398" v="389" actId="1076"/>
          <ac:picMkLst>
            <pc:docMk/>
            <pc:sldMk cId="3654342833" sldId="261"/>
            <ac:picMk id="7" creationId="{A06DF38A-C48E-4CE6-84D7-046235F2D5EE}"/>
          </ac:picMkLst>
        </pc:picChg>
      </pc:sldChg>
      <pc:sldChg chg="addSp delSp modSp mod">
        <pc:chgData name="Owusu-Sampah, Nicholas - US" userId="1439324a-984a-4c8a-9a42-8415f619ab37" providerId="ADAL" clId="{9478DED9-C329-459C-AA07-0B32D06A912E}" dt="2022-02-21T15:47:00.479" v="1006" actId="1076"/>
        <pc:sldMkLst>
          <pc:docMk/>
          <pc:sldMk cId="2262653192" sldId="262"/>
        </pc:sldMkLst>
        <pc:spChg chg="mod">
          <ac:chgData name="Owusu-Sampah, Nicholas - US" userId="1439324a-984a-4c8a-9a42-8415f619ab37" providerId="ADAL" clId="{9478DED9-C329-459C-AA07-0B32D06A912E}" dt="2022-02-21T14:58:05.893" v="5" actId="122"/>
          <ac:spMkLst>
            <pc:docMk/>
            <pc:sldMk cId="2262653192" sldId="262"/>
            <ac:spMk id="2" creationId="{0041A849-5B17-49DE-8231-F4D3736A0D26}"/>
          </ac:spMkLst>
        </pc:spChg>
        <pc:spChg chg="mod">
          <ac:chgData name="Owusu-Sampah, Nicholas - US" userId="1439324a-984a-4c8a-9a42-8415f619ab37" providerId="ADAL" clId="{9478DED9-C329-459C-AA07-0B32D06A912E}" dt="2022-02-21T15:45:08.953" v="970" actId="20577"/>
          <ac:spMkLst>
            <pc:docMk/>
            <pc:sldMk cId="2262653192" sldId="262"/>
            <ac:spMk id="3" creationId="{9B7D2341-0C01-4ECA-9E67-61583D29EFB6}"/>
          </ac:spMkLst>
        </pc:spChg>
        <pc:spChg chg="add del mod">
          <ac:chgData name="Owusu-Sampah, Nicholas - US" userId="1439324a-984a-4c8a-9a42-8415f619ab37" providerId="ADAL" clId="{9478DED9-C329-459C-AA07-0B32D06A912E}" dt="2022-02-21T15:45:52.412" v="998"/>
          <ac:spMkLst>
            <pc:docMk/>
            <pc:sldMk cId="2262653192" sldId="262"/>
            <ac:spMk id="4" creationId="{9D31A5C5-F5E7-4122-A3D4-B41C425EDA60}"/>
          </ac:spMkLst>
        </pc:spChg>
        <pc:spChg chg="add mod">
          <ac:chgData name="Owusu-Sampah, Nicholas - US" userId="1439324a-984a-4c8a-9a42-8415f619ab37" providerId="ADAL" clId="{9478DED9-C329-459C-AA07-0B32D06A912E}" dt="2022-02-21T15:46:30.194" v="1004" actId="1076"/>
          <ac:spMkLst>
            <pc:docMk/>
            <pc:sldMk cId="2262653192" sldId="262"/>
            <ac:spMk id="5" creationId="{AC1B31D8-B6A1-4D1E-B788-B4C4F2B03C4A}"/>
          </ac:spMkLst>
        </pc:spChg>
        <pc:spChg chg="add mod">
          <ac:chgData name="Owusu-Sampah, Nicholas - US" userId="1439324a-984a-4c8a-9a42-8415f619ab37" providerId="ADAL" clId="{9478DED9-C329-459C-AA07-0B32D06A912E}" dt="2022-02-21T15:46:07.266" v="1001" actId="1076"/>
          <ac:spMkLst>
            <pc:docMk/>
            <pc:sldMk cId="2262653192" sldId="262"/>
            <ac:spMk id="6" creationId="{5B45004A-12A8-471F-A1F2-9C99540BFB75}"/>
          </ac:spMkLst>
        </pc:spChg>
        <pc:picChg chg="add mod">
          <ac:chgData name="Owusu-Sampah, Nicholas - US" userId="1439324a-984a-4c8a-9a42-8415f619ab37" providerId="ADAL" clId="{9478DED9-C329-459C-AA07-0B32D06A912E}" dt="2022-02-21T15:46:25.898" v="1003" actId="1076"/>
          <ac:picMkLst>
            <pc:docMk/>
            <pc:sldMk cId="2262653192" sldId="262"/>
            <ac:picMk id="8" creationId="{B789C885-3E66-4CC5-8D3E-681FF1E99466}"/>
          </ac:picMkLst>
        </pc:picChg>
        <pc:picChg chg="add mod">
          <ac:chgData name="Owusu-Sampah, Nicholas - US" userId="1439324a-984a-4c8a-9a42-8415f619ab37" providerId="ADAL" clId="{9478DED9-C329-459C-AA07-0B32D06A912E}" dt="2022-02-21T15:47:00.479" v="1006" actId="1076"/>
          <ac:picMkLst>
            <pc:docMk/>
            <pc:sldMk cId="2262653192" sldId="262"/>
            <ac:picMk id="10" creationId="{CB4A76D1-72F8-40E6-8027-378199E0E3CE}"/>
          </ac:picMkLst>
        </pc:picChg>
      </pc:sldChg>
      <pc:sldChg chg="addSp modSp mod">
        <pc:chgData name="Owusu-Sampah, Nicholas - US" userId="1439324a-984a-4c8a-9a42-8415f619ab37" providerId="ADAL" clId="{9478DED9-C329-459C-AA07-0B32D06A912E}" dt="2022-02-21T15:48:33.068" v="1024" actId="14100"/>
        <pc:sldMkLst>
          <pc:docMk/>
          <pc:sldMk cId="4273732189" sldId="263"/>
        </pc:sldMkLst>
        <pc:spChg chg="mod">
          <ac:chgData name="Owusu-Sampah, Nicholas - US" userId="1439324a-984a-4c8a-9a42-8415f619ab37" providerId="ADAL" clId="{9478DED9-C329-459C-AA07-0B32D06A912E}" dt="2022-02-21T14:58:02.901" v="4" actId="122"/>
          <ac:spMkLst>
            <pc:docMk/>
            <pc:sldMk cId="4273732189" sldId="263"/>
            <ac:spMk id="2" creationId="{BF595E65-F19C-4DD5-BD8D-4931EC2750B7}"/>
          </ac:spMkLst>
        </pc:spChg>
        <pc:spChg chg="mod">
          <ac:chgData name="Owusu-Sampah, Nicholas - US" userId="1439324a-984a-4c8a-9a42-8415f619ab37" providerId="ADAL" clId="{9478DED9-C329-459C-AA07-0B32D06A912E}" dt="2022-02-21T15:48:26.571" v="1022" actId="20577"/>
          <ac:spMkLst>
            <pc:docMk/>
            <pc:sldMk cId="4273732189" sldId="263"/>
            <ac:spMk id="3" creationId="{39E30BCD-3DF4-4B0D-AF5D-19DD36BB90B2}"/>
          </ac:spMkLst>
        </pc:spChg>
        <pc:picChg chg="add mod">
          <ac:chgData name="Owusu-Sampah, Nicholas - US" userId="1439324a-984a-4c8a-9a42-8415f619ab37" providerId="ADAL" clId="{9478DED9-C329-459C-AA07-0B32D06A912E}" dt="2022-02-21T15:48:33.068" v="1024" actId="14100"/>
          <ac:picMkLst>
            <pc:docMk/>
            <pc:sldMk cId="4273732189" sldId="263"/>
            <ac:picMk id="5" creationId="{D03A1C05-C00C-4E97-BC68-195C7E0F9DC1}"/>
          </ac:picMkLst>
        </pc:picChg>
      </pc:sldChg>
      <pc:sldChg chg="addSp modSp mod">
        <pc:chgData name="Owusu-Sampah, Nicholas - US" userId="1439324a-984a-4c8a-9a42-8415f619ab37" providerId="ADAL" clId="{9478DED9-C329-459C-AA07-0B32D06A912E}" dt="2022-02-21T15:55:02.226" v="1453" actId="1076"/>
        <pc:sldMkLst>
          <pc:docMk/>
          <pc:sldMk cId="2631291186" sldId="264"/>
        </pc:sldMkLst>
        <pc:spChg chg="mod">
          <ac:chgData name="Owusu-Sampah, Nicholas - US" userId="1439324a-984a-4c8a-9a42-8415f619ab37" providerId="ADAL" clId="{9478DED9-C329-459C-AA07-0B32D06A912E}" dt="2022-02-21T14:57:55.483" v="2" actId="122"/>
          <ac:spMkLst>
            <pc:docMk/>
            <pc:sldMk cId="2631291186" sldId="264"/>
            <ac:spMk id="2" creationId="{2784D752-930C-4FB1-8ECF-33859F503059}"/>
          </ac:spMkLst>
        </pc:spChg>
        <pc:spChg chg="mod">
          <ac:chgData name="Owusu-Sampah, Nicholas - US" userId="1439324a-984a-4c8a-9a42-8415f619ab37" providerId="ADAL" clId="{9478DED9-C329-459C-AA07-0B32D06A912E}" dt="2022-02-21T15:51:02.859" v="1376" actId="20577"/>
          <ac:spMkLst>
            <pc:docMk/>
            <pc:sldMk cId="2631291186" sldId="264"/>
            <ac:spMk id="3" creationId="{3DCEFBBC-1A88-4BC2-87BC-94E84B28D3EC}"/>
          </ac:spMkLst>
        </pc:spChg>
        <pc:picChg chg="add mod">
          <ac:chgData name="Owusu-Sampah, Nicholas - US" userId="1439324a-984a-4c8a-9a42-8415f619ab37" providerId="ADAL" clId="{9478DED9-C329-459C-AA07-0B32D06A912E}" dt="2022-02-21T15:55:02.226" v="1453" actId="1076"/>
          <ac:picMkLst>
            <pc:docMk/>
            <pc:sldMk cId="2631291186" sldId="264"/>
            <ac:picMk id="5" creationId="{BCD84B57-C0AE-424A-B236-AA7499BBD374}"/>
          </ac:picMkLst>
        </pc:picChg>
      </pc:sldChg>
      <pc:sldChg chg="modSp del mod">
        <pc:chgData name="Owusu-Sampah, Nicholas - US" userId="1439324a-984a-4c8a-9a42-8415f619ab37" providerId="ADAL" clId="{9478DED9-C329-459C-AA07-0B32D06A912E}" dt="2022-02-21T15:55:23.587" v="1454" actId="2696"/>
        <pc:sldMkLst>
          <pc:docMk/>
          <pc:sldMk cId="2217189146" sldId="265"/>
        </pc:sldMkLst>
        <pc:spChg chg="mod">
          <ac:chgData name="Owusu-Sampah, Nicholas - US" userId="1439324a-984a-4c8a-9a42-8415f619ab37" providerId="ADAL" clId="{9478DED9-C329-459C-AA07-0B32D06A912E}" dt="2022-02-21T14:57:52.714" v="1" actId="122"/>
          <ac:spMkLst>
            <pc:docMk/>
            <pc:sldMk cId="2217189146" sldId="265"/>
            <ac:spMk id="2" creationId="{C4FBA38E-34A9-4E28-90AE-16C2DF9AF4A4}"/>
          </ac:spMkLst>
        </pc:spChg>
      </pc:sldChg>
      <pc:sldChg chg="addSp modSp mod">
        <pc:chgData name="Owusu-Sampah, Nicholas - US" userId="1439324a-984a-4c8a-9a42-8415f619ab37" providerId="ADAL" clId="{9478DED9-C329-459C-AA07-0B32D06A912E}" dt="2022-02-21T15:56:10.531" v="1477" actId="1076"/>
        <pc:sldMkLst>
          <pc:docMk/>
          <pc:sldMk cId="3817936668" sldId="266"/>
        </pc:sldMkLst>
        <pc:spChg chg="mod">
          <ac:chgData name="Owusu-Sampah, Nicholas - US" userId="1439324a-984a-4c8a-9a42-8415f619ab37" providerId="ADAL" clId="{9478DED9-C329-459C-AA07-0B32D06A912E}" dt="2022-02-21T14:57:48.109" v="0" actId="122"/>
          <ac:spMkLst>
            <pc:docMk/>
            <pc:sldMk cId="3817936668" sldId="266"/>
            <ac:spMk id="2" creationId="{E43F14BD-FFAB-4426-BA51-787B560019CD}"/>
          </ac:spMkLst>
        </pc:spChg>
        <pc:spChg chg="mod">
          <ac:chgData name="Owusu-Sampah, Nicholas - US" userId="1439324a-984a-4c8a-9a42-8415f619ab37" providerId="ADAL" clId="{9478DED9-C329-459C-AA07-0B32D06A912E}" dt="2022-02-21T15:56:03.282" v="1474" actId="20577"/>
          <ac:spMkLst>
            <pc:docMk/>
            <pc:sldMk cId="3817936668" sldId="266"/>
            <ac:spMk id="3" creationId="{A7E26F57-5FF8-41B7-BCC1-B241EE750D25}"/>
          </ac:spMkLst>
        </pc:spChg>
        <pc:picChg chg="add mod">
          <ac:chgData name="Owusu-Sampah, Nicholas - US" userId="1439324a-984a-4c8a-9a42-8415f619ab37" providerId="ADAL" clId="{9478DED9-C329-459C-AA07-0B32D06A912E}" dt="2022-02-21T15:56:10.531" v="1477" actId="1076"/>
          <ac:picMkLst>
            <pc:docMk/>
            <pc:sldMk cId="3817936668" sldId="266"/>
            <ac:picMk id="5" creationId="{C1DF5346-C163-4D2E-AA05-43AD166E9343}"/>
          </ac:picMkLst>
        </pc:picChg>
      </pc:sldChg>
      <pc:sldChg chg="addSp delSp modSp new mod">
        <pc:chgData name="Owusu-Sampah, Nicholas - US" userId="1439324a-984a-4c8a-9a42-8415f619ab37" providerId="ADAL" clId="{9478DED9-C329-459C-AA07-0B32D06A912E}" dt="2022-02-21T15:59:44.374" v="1479" actId="14100"/>
        <pc:sldMkLst>
          <pc:docMk/>
          <pc:sldMk cId="615480783" sldId="267"/>
        </pc:sldMkLst>
        <pc:spChg chg="mod">
          <ac:chgData name="Owusu-Sampah, Nicholas - US" userId="1439324a-984a-4c8a-9a42-8415f619ab37" providerId="ADAL" clId="{9478DED9-C329-459C-AA07-0B32D06A912E}" dt="2022-02-21T15:26:43.511" v="71" actId="122"/>
          <ac:spMkLst>
            <pc:docMk/>
            <pc:sldMk cId="615480783" sldId="267"/>
            <ac:spMk id="2" creationId="{9EDC990D-2B27-4E26-835B-71AFA1F69E13}"/>
          </ac:spMkLst>
        </pc:spChg>
        <pc:spChg chg="del">
          <ac:chgData name="Owusu-Sampah, Nicholas - US" userId="1439324a-984a-4c8a-9a42-8415f619ab37" providerId="ADAL" clId="{9478DED9-C329-459C-AA07-0B32D06A912E}" dt="2022-02-21T15:59:41.388" v="1478" actId="22"/>
          <ac:spMkLst>
            <pc:docMk/>
            <pc:sldMk cId="615480783" sldId="267"/>
            <ac:spMk id="3" creationId="{9E46DEE2-AA0D-47BF-AB09-CB60CA4F9FB3}"/>
          </ac:spMkLst>
        </pc:spChg>
        <pc:picChg chg="add mod ord">
          <ac:chgData name="Owusu-Sampah, Nicholas - US" userId="1439324a-984a-4c8a-9a42-8415f619ab37" providerId="ADAL" clId="{9478DED9-C329-459C-AA07-0B32D06A912E}" dt="2022-02-21T15:59:44.374" v="1479" actId="14100"/>
          <ac:picMkLst>
            <pc:docMk/>
            <pc:sldMk cId="615480783" sldId="267"/>
            <ac:picMk id="5" creationId="{F54ED5D8-5B9C-45E3-9873-32D691C61965}"/>
          </ac:picMkLst>
        </pc:picChg>
      </pc:sldChg>
      <pc:sldChg chg="addSp modSp new mod">
        <pc:chgData name="Owusu-Sampah, Nicholas - US" userId="1439324a-984a-4c8a-9a42-8415f619ab37" providerId="ADAL" clId="{9478DED9-C329-459C-AA07-0B32D06A912E}" dt="2022-02-21T15:52:38.882" v="1449" actId="14100"/>
        <pc:sldMkLst>
          <pc:docMk/>
          <pc:sldMk cId="3593926539" sldId="268"/>
        </pc:sldMkLst>
        <pc:spChg chg="mod">
          <ac:chgData name="Owusu-Sampah, Nicholas - US" userId="1439324a-984a-4c8a-9a42-8415f619ab37" providerId="ADAL" clId="{9478DED9-C329-459C-AA07-0B32D06A912E}" dt="2022-02-21T15:51:59.245" v="1420" actId="20577"/>
          <ac:spMkLst>
            <pc:docMk/>
            <pc:sldMk cId="3593926539" sldId="268"/>
            <ac:spMk id="2" creationId="{4ABDA539-0477-40C5-9DEC-E547FA843FC0}"/>
          </ac:spMkLst>
        </pc:spChg>
        <pc:spChg chg="mod">
          <ac:chgData name="Owusu-Sampah, Nicholas - US" userId="1439324a-984a-4c8a-9a42-8415f619ab37" providerId="ADAL" clId="{9478DED9-C329-459C-AA07-0B32D06A912E}" dt="2022-02-21T15:52:34.953" v="1447" actId="5793"/>
          <ac:spMkLst>
            <pc:docMk/>
            <pc:sldMk cId="3593926539" sldId="268"/>
            <ac:spMk id="3" creationId="{E56D5DA9-E6D6-4E35-A896-48C7E4A6DBCB}"/>
          </ac:spMkLst>
        </pc:spChg>
        <pc:picChg chg="add mod">
          <ac:chgData name="Owusu-Sampah, Nicholas - US" userId="1439324a-984a-4c8a-9a42-8415f619ab37" providerId="ADAL" clId="{9478DED9-C329-459C-AA07-0B32D06A912E}" dt="2022-02-21T15:52:38.882" v="1449" actId="14100"/>
          <ac:picMkLst>
            <pc:docMk/>
            <pc:sldMk cId="3593926539" sldId="268"/>
            <ac:picMk id="5" creationId="{CB60934C-75DA-4D17-BB11-44F2489A104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67BDA-2A1B-4C7E-883F-2536C0CAE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FF351-8B2E-4282-AB23-2E9AD97A9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B0BE5-A425-4F56-8F02-391ED3F98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9387C-20EB-4E70-8DEE-397DE640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45ED-FA44-4A70-806E-086C75BD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56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A16A-6A65-49B1-82F1-CB681A84A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BE994-8E04-4C93-87A7-11E73F08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C91F-51B6-463B-9EEE-B916D98B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D4A10-CFE1-4040-BB79-5C5A210C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A194B-B376-447A-B3B9-3A0A10C0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0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4807-08D3-43B1-B85E-6DF5046C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1FF98-2E2D-43E0-9C43-1E97A31CB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FB615-5547-468D-BE4B-28249BF1B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E229-95CB-4814-8182-88BA4DDC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C3FBD-8630-4CD5-8CA6-56797F5A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70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05337-F367-49F6-AE8B-946DA1B0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E97B2-549C-497F-B5FE-4F41EADDD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267EB-2A4D-497F-BA1D-2C3DF187A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1C1ED-C26D-491D-836C-2CF319820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8B9B-A13C-481C-A5B4-C7B4945C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1D730-0D6E-488B-A192-15572984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2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C6368-1AF5-473A-9C1B-7B8A8603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DF2C3-E479-471E-901D-D74A7808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B93B0-0A1B-4FA7-983A-AEA9FE0395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011FE2-C8C3-42D4-845C-FF2BBF001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EAD512-FEC6-4126-B57E-9136BD2CD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A510E-B4D2-44AD-87F6-7EB62882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4D4A2-67BA-49CB-A885-C1F69EF9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74877-B91E-4E55-9A84-7BDEF625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79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2BFB-51CF-4459-99DC-0D595FD8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DE4F2-5ABB-44FB-A6BF-2C25F908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D0A95D-0FE8-4052-A59E-44DDE2B5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3B83E-D954-4CF4-8DEE-B49C2F46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2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C2AB6-9BCA-40F3-9DDC-443B0C5FB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12CA7-B115-497C-98AF-E1E0446A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B4090-FECC-4032-9228-6B051752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3C3A-9ED2-4579-A972-E190A47F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B867C-B36C-4385-9939-83A64818B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E9C87-8152-49E2-9F3F-44A2081D3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74B31-D14C-4E89-A8A1-C629D387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58C36-4843-4733-98E6-7F73EB8A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6D6BC-B21B-487C-9A55-A8D5EA3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11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4986-A4A1-4D5B-9A12-6D161EBC9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8FD993-08C6-47C5-94E3-58ECCC06B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D8C48-39A3-49E6-9147-45124DD03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82CA3-CE53-48F5-ACB2-CE7EB8A0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F7060-F95E-4139-9BEA-3F5C4EBC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78F94-29FE-4420-BA22-78EE4A87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4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C0BCB-9A0C-4BCB-93AB-B2C18F5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4DF84-503A-42FA-B98B-4F2591F94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087C8-771E-4444-BDC2-351903073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80BB2-44AD-45D5-96A1-5CA4DA02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C13B2-782F-4829-A5E7-8CCF5F9A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0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E9B42-4F0C-4235-B617-FD7F2BE04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6C20B-CA55-4C9A-B336-4BC4CEEA9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DADF-E7BF-4DD8-9539-E3FE9C5C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9B303-FF16-4557-A2BD-352BAED5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E68A-B8C9-4FD3-ABFB-BE0C85BEF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0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065E07-067B-4340-9EB2-2D3B7F0C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D87BD-07CE-4714-A846-9FB46DA36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D0A27-5931-4BD0-A2C1-78E84BB574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A3651-1D59-4918-80C6-2CEC4E27A7F9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2CF5E-0637-456C-BBEE-7437E038EE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8B40-D147-409C-87FF-FF5935BBB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7813E-B6E0-4F74-9353-4CA34909F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78F15-A746-42E0-893D-9CC16D3B1D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IFMS</a:t>
            </a:r>
            <a:br>
              <a:rPr lang="en-US" dirty="0"/>
            </a:br>
            <a:r>
              <a:rPr lang="en-US" dirty="0"/>
              <a:t>Steps to </a:t>
            </a:r>
            <a:r>
              <a:rPr lang="en-US"/>
              <a:t>Merging Source Code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A39A7-8DC0-4BE6-A92E-88736A9885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8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C990D-2B27-4E26-835B-71AFA1F6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Verify that a pull request exists for the merge change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4ED5D8-5B9C-45E3-9873-32D691C61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1382"/>
            <a:ext cx="10515600" cy="2632747"/>
          </a:xfrm>
        </p:spPr>
      </p:pic>
    </p:spTree>
    <p:extLst>
      <p:ext uri="{BB962C8B-B14F-4D97-AF65-F5344CB8AC3E}">
        <p14:creationId xmlns:p14="http://schemas.microsoft.com/office/powerpoint/2010/main" val="61548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13DA-C2C8-426B-84F5-5AC53C05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Update Remote Repository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EF65F-0FAA-4923-8A69-C8A7A59C6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fetch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8A6CB-2201-4ECB-879E-D0AEF46CA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075" y="2152650"/>
            <a:ext cx="580072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2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27DF5-0712-412C-B52E-829907D1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Checkout local copy of branches to be merged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C222E-F822-4DE5-A15A-35859BA38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checkout &lt;branch-name&gt;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472ED-0FE1-4926-BD11-B1A5E14A0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610" y="3429000"/>
            <a:ext cx="66389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38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254C-8170-40E0-A7DC-CB059757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Check out the latest version of the release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BD28-CCB4-4416-9176-6C811FFAE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checkout release/1.9.0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EC7BD-1202-4904-BC56-2E5FE41BE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628900"/>
            <a:ext cx="721042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897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C8463-F6CC-47C7-930B-23FB925D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Execute merge command via cli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646D5-FF3E-4D6C-AAB4-A0839ED14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</a:t>
            </a:r>
          </a:p>
          <a:p>
            <a:pPr lvl="1"/>
            <a:r>
              <a:rPr lang="en-US" dirty="0"/>
              <a:t>git checkout release/1.9.0</a:t>
            </a:r>
          </a:p>
          <a:p>
            <a:pPr lvl="1"/>
            <a:r>
              <a:rPr lang="en-US" dirty="0"/>
              <a:t>git merge &lt;feature-branch&gt;</a:t>
            </a:r>
          </a:p>
          <a:p>
            <a:pPr lvl="1"/>
            <a:r>
              <a:rPr lang="en-US" dirty="0"/>
              <a:t>Use - -allow-</a:t>
            </a:r>
            <a:r>
              <a:rPr lang="en-US" dirty="0" err="1"/>
              <a:t>unreleated</a:t>
            </a:r>
            <a:r>
              <a:rPr lang="en-US" dirty="0"/>
              <a:t> to force Merge if branches are divergent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E7A4F-2D6E-452C-AE1E-F57719CC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401" y="3510251"/>
            <a:ext cx="63722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2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9F7C-1F09-48F5-A8B3-9C3AAEBE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Use </a:t>
            </a:r>
            <a:r>
              <a:rPr lang="en-US" dirty="0" err="1"/>
              <a:t>Vscode</a:t>
            </a:r>
            <a:r>
              <a:rPr lang="en-US" dirty="0"/>
              <a:t> UI to resolve merge conflicts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541BA7-5316-4505-BC8B-8CF1A8A54E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43861"/>
            <a:ext cx="10515600" cy="31198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DF38A-C48E-4CE6-84D7-046235F2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37558"/>
            <a:ext cx="3486150" cy="140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8CD6EA-F11D-471A-B635-F0FC4434A02A}"/>
              </a:ext>
            </a:extLst>
          </p:cNvPr>
          <p:cNvSpPr txBox="1"/>
          <p:nvPr/>
        </p:nvSpPr>
        <p:spPr>
          <a:xfrm>
            <a:off x="4849091" y="4848081"/>
            <a:ext cx="627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section on the left side will be shown on the left hand side of </a:t>
            </a:r>
            <a:r>
              <a:rPr lang="en-US" dirty="0" err="1"/>
              <a:t>vscode</a:t>
            </a:r>
            <a:r>
              <a:rPr lang="en-US" dirty="0"/>
              <a:t> when you have the present directory structure opened as a workspace. All “</a:t>
            </a:r>
            <a:r>
              <a:rPr lang="en-US" b="1" dirty="0"/>
              <a:t>Merge Changes</a:t>
            </a:r>
            <a:r>
              <a:rPr lang="en-US" dirty="0"/>
              <a:t>” are merge conflicts</a:t>
            </a:r>
          </a:p>
        </p:txBody>
      </p:sp>
    </p:spTree>
    <p:extLst>
      <p:ext uri="{BB962C8B-B14F-4D97-AF65-F5344CB8AC3E}">
        <p14:creationId xmlns:p14="http://schemas.microsoft.com/office/powerpoint/2010/main" val="3654342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A849-5B17-49DE-8231-F4D3736A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updated file of resolved merge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D2341-0C01-4ECA-9E67-61583D29E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CTRL + s</a:t>
            </a:r>
          </a:p>
          <a:p>
            <a:pPr lvl="1"/>
            <a:r>
              <a:rPr lang="en-US" dirty="0"/>
              <a:t>You will know this was done successfully when the “white dot” disappears from the top bar of the file</a:t>
            </a:r>
          </a:p>
          <a:p>
            <a:pPr lvl="1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B31D8-B6A1-4D1E-B788-B4C4F2B03C4A}"/>
              </a:ext>
            </a:extLst>
          </p:cNvPr>
          <p:cNvSpPr txBox="1"/>
          <p:nvPr/>
        </p:nvSpPr>
        <p:spPr>
          <a:xfrm>
            <a:off x="2214995" y="3410125"/>
            <a:ext cx="124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5004A-12A8-471F-A1F2-9C99540BFB75}"/>
              </a:ext>
            </a:extLst>
          </p:cNvPr>
          <p:cNvSpPr txBox="1"/>
          <p:nvPr/>
        </p:nvSpPr>
        <p:spPr>
          <a:xfrm>
            <a:off x="8062498" y="3429000"/>
            <a:ext cx="1579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89C885-3E66-4CC5-8D3E-681FF1E99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490600"/>
            <a:ext cx="4000500" cy="1400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A76D1-72F8-40E6-8027-378199E0E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196" y="4452499"/>
            <a:ext cx="40195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5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5E65-F19C-4DD5-BD8D-4931EC275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Verify status of changes in local 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30BCD-3DF4-4B0D-AF5D-19DD36BB9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status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A1C05-C00C-4E97-BC68-195C7E0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2484582"/>
            <a:ext cx="10296525" cy="394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32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A539-0477-40C5-9DEC-E547FA84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Add all changes to the staging area of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D5DA9-E6D6-4E35-A896-48C7E4A6D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add –A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0934C-75DA-4D17-BB11-44F2489A1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365695"/>
            <a:ext cx="10591800" cy="375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26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D752-930C-4FB1-8ECF-33859F503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Commit changes to local version of release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EFBBC-1A88-4BC2-87BC-94E84B28D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commit –m “DEVOPS-111 &lt;feature-123&gt; merge into release/1.9.0”</a:t>
            </a:r>
          </a:p>
          <a:p>
            <a:pPr lvl="1"/>
            <a:r>
              <a:rPr lang="en-US" dirty="0"/>
              <a:t>Please make sure you have and use a </a:t>
            </a:r>
            <a:r>
              <a:rPr lang="en-US" dirty="0" err="1"/>
              <a:t>devops</a:t>
            </a:r>
            <a:r>
              <a:rPr lang="en-US" dirty="0"/>
              <a:t> ticket number for any release merging commits</a:t>
            </a:r>
          </a:p>
          <a:p>
            <a:pPr lvl="1"/>
            <a:r>
              <a:rPr lang="en-US" dirty="0"/>
              <a:t>For release 1.9.0 we will use ticket “DEVOPS-111”</a:t>
            </a:r>
          </a:p>
          <a:p>
            <a:pPr lvl="1"/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D84B57-C0AE-424A-B236-AA7499BBD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654" y="3733800"/>
            <a:ext cx="7154430" cy="296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91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F14BD-FFAB-4426-BA51-787B5600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Push changes to the remote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6F57-5FF8-41B7-BCC1-B241EE750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Command: git push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F5346-C163-4D2E-AA05-43AD166E9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0992" y="2594213"/>
            <a:ext cx="7459663" cy="3509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3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5649</TotalTime>
  <Words>251</Words>
  <Application>Microsoft Office PowerPoint</Application>
  <PresentationFormat>Widescreen</PresentationFormat>
  <Paragraphs>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IFMS Steps to Merging Source Code</vt:lpstr>
      <vt:lpstr>Verify that a pull request exists for the merge change</vt:lpstr>
      <vt:lpstr>Update Remote Repository Metadata</vt:lpstr>
      <vt:lpstr>Checkout local copy of branches to be merged</vt:lpstr>
      <vt:lpstr>Check out the latest version of the release branch</vt:lpstr>
      <vt:lpstr>Execute merge command via cli</vt:lpstr>
      <vt:lpstr>Use Vscode UI to resolve merge conflicts</vt:lpstr>
      <vt:lpstr>Save updated file of resolved merge conflict</vt:lpstr>
      <vt:lpstr>Verify status of changes in local git repository</vt:lpstr>
      <vt:lpstr>Add all changes to the staging area of git</vt:lpstr>
      <vt:lpstr>Commit changes to local version of release branch</vt:lpstr>
      <vt:lpstr>Push changes to the remote repository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Steps to Merging Code</dc:title>
  <dc:creator>Owusu-Sampah, Nicholas - US</dc:creator>
  <cp:lastModifiedBy>Owusu-Sampah, Nicholas - US</cp:lastModifiedBy>
  <cp:revision>1</cp:revision>
  <dcterms:created xsi:type="dcterms:W3CDTF">2022-02-17T17:51:08Z</dcterms:created>
  <dcterms:modified xsi:type="dcterms:W3CDTF">2022-02-21T16:00:10Z</dcterms:modified>
</cp:coreProperties>
</file>